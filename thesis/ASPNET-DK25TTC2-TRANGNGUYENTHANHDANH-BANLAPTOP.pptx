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80" r:id="rId24"/>
    <p:sldId id="281" r:id="rId25"/>
    <p:sldId id="279"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4155"/>
    <a:srgbClr val="1E3A8A"/>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9F4140C-4E76-4738-B9FF-D38090AFD63F}" v="1" dt="2026-07-23T10:41:33.03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5" d="100"/>
          <a:sy n="105" d="100"/>
        </p:scale>
        <p:origin x="798"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NH TRANG" userId="5dd0a60266706734" providerId="LiveId" clId="{43FE5946-CB70-4F57-A436-BABCE16D6A8E}"/>
    <pc:docChg chg="modSld">
      <pc:chgData name="DANH TRANG" userId="5dd0a60266706734" providerId="LiveId" clId="{43FE5946-CB70-4F57-A436-BABCE16D6A8E}" dt="2026-07-23T10:41:33.030" v="0"/>
      <pc:docMkLst>
        <pc:docMk/>
      </pc:docMkLst>
      <pc:sldChg chg="delSp modTransition modAnim">
        <pc:chgData name="DANH TRANG" userId="5dd0a60266706734" providerId="LiveId" clId="{43FE5946-CB70-4F57-A436-BABCE16D6A8E}" dt="2026-07-23T10:41:33.030" v="0"/>
        <pc:sldMkLst>
          <pc:docMk/>
          <pc:sldMk cId="0" sldId="256"/>
        </pc:sldMkLst>
        <pc:picChg chg="del">
          <ac:chgData name="DANH TRANG" userId="5dd0a60266706734" providerId="LiveId" clId="{43FE5946-CB70-4F57-A436-BABCE16D6A8E}" dt="2026-07-23T10:41:33.030" v="0"/>
          <ac:picMkLst>
            <pc:docMk/>
            <pc:sldMk cId="0" sldId="256"/>
            <ac:picMk id="37" creationId="{52AD3E39-5C25-83AD-5195-45EFF0F02C65}"/>
          </ac:picMkLst>
        </pc:picChg>
      </pc:sldChg>
      <pc:sldChg chg="delSp modTransition modAnim">
        <pc:chgData name="DANH TRANG" userId="5dd0a60266706734" providerId="LiveId" clId="{43FE5946-CB70-4F57-A436-BABCE16D6A8E}" dt="2026-07-23T10:41:33.030" v="0"/>
        <pc:sldMkLst>
          <pc:docMk/>
          <pc:sldMk cId="0" sldId="257"/>
        </pc:sldMkLst>
        <pc:picChg chg="del">
          <ac:chgData name="DANH TRANG" userId="5dd0a60266706734" providerId="LiveId" clId="{43FE5946-CB70-4F57-A436-BABCE16D6A8E}" dt="2026-07-23T10:41:33.030" v="0"/>
          <ac:picMkLst>
            <pc:docMk/>
            <pc:sldMk cId="0" sldId="257"/>
            <ac:picMk id="26" creationId="{15AADDA4-9311-09AB-51E2-D8AB427CA9E1}"/>
          </ac:picMkLst>
        </pc:picChg>
      </pc:sldChg>
      <pc:sldChg chg="delSp modTransition modAnim">
        <pc:chgData name="DANH TRANG" userId="5dd0a60266706734" providerId="LiveId" clId="{43FE5946-CB70-4F57-A436-BABCE16D6A8E}" dt="2026-07-23T10:41:33.030" v="0"/>
        <pc:sldMkLst>
          <pc:docMk/>
          <pc:sldMk cId="0" sldId="258"/>
        </pc:sldMkLst>
        <pc:picChg chg="del">
          <ac:chgData name="DANH TRANG" userId="5dd0a60266706734" providerId="LiveId" clId="{43FE5946-CB70-4F57-A436-BABCE16D6A8E}" dt="2026-07-23T10:41:33.030" v="0"/>
          <ac:picMkLst>
            <pc:docMk/>
            <pc:sldMk cId="0" sldId="258"/>
            <ac:picMk id="19" creationId="{B5C38A69-42E9-B961-D428-9CD1025B4BFC}"/>
          </ac:picMkLst>
        </pc:picChg>
      </pc:sldChg>
      <pc:sldChg chg="delSp modTransition modAnim">
        <pc:chgData name="DANH TRANG" userId="5dd0a60266706734" providerId="LiveId" clId="{43FE5946-CB70-4F57-A436-BABCE16D6A8E}" dt="2026-07-23T10:41:33.030" v="0"/>
        <pc:sldMkLst>
          <pc:docMk/>
          <pc:sldMk cId="0" sldId="259"/>
        </pc:sldMkLst>
        <pc:picChg chg="del">
          <ac:chgData name="DANH TRANG" userId="5dd0a60266706734" providerId="LiveId" clId="{43FE5946-CB70-4F57-A436-BABCE16D6A8E}" dt="2026-07-23T10:41:33.030" v="0"/>
          <ac:picMkLst>
            <pc:docMk/>
            <pc:sldMk cId="0" sldId="259"/>
            <ac:picMk id="20" creationId="{949621C5-D819-C105-83E8-C937448EACFB}"/>
          </ac:picMkLst>
        </pc:picChg>
      </pc:sldChg>
      <pc:sldChg chg="delSp modTransition modAnim">
        <pc:chgData name="DANH TRANG" userId="5dd0a60266706734" providerId="LiveId" clId="{43FE5946-CB70-4F57-A436-BABCE16D6A8E}" dt="2026-07-23T10:41:33.030" v="0"/>
        <pc:sldMkLst>
          <pc:docMk/>
          <pc:sldMk cId="0" sldId="260"/>
        </pc:sldMkLst>
        <pc:picChg chg="del">
          <ac:chgData name="DANH TRANG" userId="5dd0a60266706734" providerId="LiveId" clId="{43FE5946-CB70-4F57-A436-BABCE16D6A8E}" dt="2026-07-23T10:41:33.030" v="0"/>
          <ac:picMkLst>
            <pc:docMk/>
            <pc:sldMk cId="0" sldId="260"/>
            <ac:picMk id="14" creationId="{AFB64865-0F9E-81E8-951D-7A1A97C2FFB4}"/>
          </ac:picMkLst>
        </pc:picChg>
      </pc:sldChg>
      <pc:sldChg chg="delSp modTransition modAnim">
        <pc:chgData name="DANH TRANG" userId="5dd0a60266706734" providerId="LiveId" clId="{43FE5946-CB70-4F57-A436-BABCE16D6A8E}" dt="2026-07-23T10:41:33.030" v="0"/>
        <pc:sldMkLst>
          <pc:docMk/>
          <pc:sldMk cId="0" sldId="261"/>
        </pc:sldMkLst>
        <pc:picChg chg="del">
          <ac:chgData name="DANH TRANG" userId="5dd0a60266706734" providerId="LiveId" clId="{43FE5946-CB70-4F57-A436-BABCE16D6A8E}" dt="2026-07-23T10:41:33.030" v="0"/>
          <ac:picMkLst>
            <pc:docMk/>
            <pc:sldMk cId="0" sldId="261"/>
            <ac:picMk id="16" creationId="{BBFC67CE-F2E8-4739-367B-732926C43F13}"/>
          </ac:picMkLst>
        </pc:picChg>
      </pc:sldChg>
      <pc:sldChg chg="delSp modTransition modAnim">
        <pc:chgData name="DANH TRANG" userId="5dd0a60266706734" providerId="LiveId" clId="{43FE5946-CB70-4F57-A436-BABCE16D6A8E}" dt="2026-07-23T10:41:33.030" v="0"/>
        <pc:sldMkLst>
          <pc:docMk/>
          <pc:sldMk cId="0" sldId="262"/>
        </pc:sldMkLst>
        <pc:picChg chg="del">
          <ac:chgData name="DANH TRANG" userId="5dd0a60266706734" providerId="LiveId" clId="{43FE5946-CB70-4F57-A436-BABCE16D6A8E}" dt="2026-07-23T10:41:33.030" v="0"/>
          <ac:picMkLst>
            <pc:docMk/>
            <pc:sldMk cId="0" sldId="262"/>
            <ac:picMk id="13" creationId="{1F56D551-A172-9F7C-4029-89353B2EB240}"/>
          </ac:picMkLst>
        </pc:picChg>
      </pc:sldChg>
      <pc:sldChg chg="delSp modTransition modAnim">
        <pc:chgData name="DANH TRANG" userId="5dd0a60266706734" providerId="LiveId" clId="{43FE5946-CB70-4F57-A436-BABCE16D6A8E}" dt="2026-07-23T10:41:33.030" v="0"/>
        <pc:sldMkLst>
          <pc:docMk/>
          <pc:sldMk cId="0" sldId="263"/>
        </pc:sldMkLst>
        <pc:picChg chg="del">
          <ac:chgData name="DANH TRANG" userId="5dd0a60266706734" providerId="LiveId" clId="{43FE5946-CB70-4F57-A436-BABCE16D6A8E}" dt="2026-07-23T10:41:33.030" v="0"/>
          <ac:picMkLst>
            <pc:docMk/>
            <pc:sldMk cId="0" sldId="263"/>
            <ac:picMk id="24" creationId="{3C8F25F2-883B-D9C8-7D87-92EE6CFF030A}"/>
          </ac:picMkLst>
        </pc:picChg>
      </pc:sldChg>
      <pc:sldChg chg="delSp modTransition modAnim">
        <pc:chgData name="DANH TRANG" userId="5dd0a60266706734" providerId="LiveId" clId="{43FE5946-CB70-4F57-A436-BABCE16D6A8E}" dt="2026-07-23T10:41:33.030" v="0"/>
        <pc:sldMkLst>
          <pc:docMk/>
          <pc:sldMk cId="0" sldId="264"/>
        </pc:sldMkLst>
        <pc:picChg chg="del">
          <ac:chgData name="DANH TRANG" userId="5dd0a60266706734" providerId="LiveId" clId="{43FE5946-CB70-4F57-A436-BABCE16D6A8E}" dt="2026-07-23T10:41:33.030" v="0"/>
          <ac:picMkLst>
            <pc:docMk/>
            <pc:sldMk cId="0" sldId="264"/>
            <ac:picMk id="19" creationId="{BDD5636D-0A8E-D244-CE1E-072593EA4602}"/>
          </ac:picMkLst>
        </pc:picChg>
      </pc:sldChg>
      <pc:sldChg chg="delSp modTransition modAnim">
        <pc:chgData name="DANH TRANG" userId="5dd0a60266706734" providerId="LiveId" clId="{43FE5946-CB70-4F57-A436-BABCE16D6A8E}" dt="2026-07-23T10:41:33.030" v="0"/>
        <pc:sldMkLst>
          <pc:docMk/>
          <pc:sldMk cId="0" sldId="265"/>
        </pc:sldMkLst>
        <pc:picChg chg="del">
          <ac:chgData name="DANH TRANG" userId="5dd0a60266706734" providerId="LiveId" clId="{43FE5946-CB70-4F57-A436-BABCE16D6A8E}" dt="2026-07-23T10:41:33.030" v="0"/>
          <ac:picMkLst>
            <pc:docMk/>
            <pc:sldMk cId="0" sldId="265"/>
            <ac:picMk id="22" creationId="{209C086D-EE48-79BC-2811-137467B1E38E}"/>
          </ac:picMkLst>
        </pc:picChg>
      </pc:sldChg>
      <pc:sldChg chg="delSp modTransition modAnim">
        <pc:chgData name="DANH TRANG" userId="5dd0a60266706734" providerId="LiveId" clId="{43FE5946-CB70-4F57-A436-BABCE16D6A8E}" dt="2026-07-23T10:41:33.030" v="0"/>
        <pc:sldMkLst>
          <pc:docMk/>
          <pc:sldMk cId="0" sldId="266"/>
        </pc:sldMkLst>
        <pc:picChg chg="del">
          <ac:chgData name="DANH TRANG" userId="5dd0a60266706734" providerId="LiveId" clId="{43FE5946-CB70-4F57-A436-BABCE16D6A8E}" dt="2026-07-23T10:41:33.030" v="0"/>
          <ac:picMkLst>
            <pc:docMk/>
            <pc:sldMk cId="0" sldId="266"/>
            <ac:picMk id="11" creationId="{EFE8F6BE-E21C-F5DA-B045-1469C08C6410}"/>
          </ac:picMkLst>
        </pc:picChg>
      </pc:sldChg>
      <pc:sldChg chg="delSp modTransition modAnim">
        <pc:chgData name="DANH TRANG" userId="5dd0a60266706734" providerId="LiveId" clId="{43FE5946-CB70-4F57-A436-BABCE16D6A8E}" dt="2026-07-23T10:41:33.030" v="0"/>
        <pc:sldMkLst>
          <pc:docMk/>
          <pc:sldMk cId="0" sldId="267"/>
        </pc:sldMkLst>
        <pc:picChg chg="del">
          <ac:chgData name="DANH TRANG" userId="5dd0a60266706734" providerId="LiveId" clId="{43FE5946-CB70-4F57-A436-BABCE16D6A8E}" dt="2026-07-23T10:41:33.030" v="0"/>
          <ac:picMkLst>
            <pc:docMk/>
            <pc:sldMk cId="0" sldId="267"/>
            <ac:picMk id="15" creationId="{7CC6889D-DF8C-9568-4C75-7D407ACE034B}"/>
          </ac:picMkLst>
        </pc:picChg>
      </pc:sldChg>
      <pc:sldChg chg="delSp modTransition modAnim">
        <pc:chgData name="DANH TRANG" userId="5dd0a60266706734" providerId="LiveId" clId="{43FE5946-CB70-4F57-A436-BABCE16D6A8E}" dt="2026-07-23T10:41:33.030" v="0"/>
        <pc:sldMkLst>
          <pc:docMk/>
          <pc:sldMk cId="0" sldId="268"/>
        </pc:sldMkLst>
        <pc:picChg chg="del">
          <ac:chgData name="DANH TRANG" userId="5dd0a60266706734" providerId="LiveId" clId="{43FE5946-CB70-4F57-A436-BABCE16D6A8E}" dt="2026-07-23T10:41:33.030" v="0"/>
          <ac:picMkLst>
            <pc:docMk/>
            <pc:sldMk cId="0" sldId="268"/>
            <ac:picMk id="14" creationId="{C0564313-772F-690C-7A01-D8CF9B16825E}"/>
          </ac:picMkLst>
        </pc:picChg>
      </pc:sldChg>
      <pc:sldChg chg="delSp modTransition modAnim">
        <pc:chgData name="DANH TRANG" userId="5dd0a60266706734" providerId="LiveId" clId="{43FE5946-CB70-4F57-A436-BABCE16D6A8E}" dt="2026-07-23T10:41:33.030" v="0"/>
        <pc:sldMkLst>
          <pc:docMk/>
          <pc:sldMk cId="0" sldId="269"/>
        </pc:sldMkLst>
        <pc:picChg chg="del">
          <ac:chgData name="DANH TRANG" userId="5dd0a60266706734" providerId="LiveId" clId="{43FE5946-CB70-4F57-A436-BABCE16D6A8E}" dt="2026-07-23T10:41:33.030" v="0"/>
          <ac:picMkLst>
            <pc:docMk/>
            <pc:sldMk cId="0" sldId="269"/>
            <ac:picMk id="11" creationId="{72BFB3CF-E508-1E64-A6DE-F63678AA2067}"/>
          </ac:picMkLst>
        </pc:picChg>
      </pc:sldChg>
      <pc:sldChg chg="delSp modTransition modAnim">
        <pc:chgData name="DANH TRANG" userId="5dd0a60266706734" providerId="LiveId" clId="{43FE5946-CB70-4F57-A436-BABCE16D6A8E}" dt="2026-07-23T10:41:33.030" v="0"/>
        <pc:sldMkLst>
          <pc:docMk/>
          <pc:sldMk cId="0" sldId="270"/>
        </pc:sldMkLst>
        <pc:picChg chg="del">
          <ac:chgData name="DANH TRANG" userId="5dd0a60266706734" providerId="LiveId" clId="{43FE5946-CB70-4F57-A436-BABCE16D6A8E}" dt="2026-07-23T10:41:33.030" v="0"/>
          <ac:picMkLst>
            <pc:docMk/>
            <pc:sldMk cId="0" sldId="270"/>
            <ac:picMk id="12" creationId="{93FAD893-26FF-45CE-B879-7FE5F859CC95}"/>
          </ac:picMkLst>
        </pc:picChg>
      </pc:sldChg>
      <pc:sldChg chg="delSp modTransition modAnim">
        <pc:chgData name="DANH TRANG" userId="5dd0a60266706734" providerId="LiveId" clId="{43FE5946-CB70-4F57-A436-BABCE16D6A8E}" dt="2026-07-23T10:41:33.030" v="0"/>
        <pc:sldMkLst>
          <pc:docMk/>
          <pc:sldMk cId="0" sldId="271"/>
        </pc:sldMkLst>
        <pc:picChg chg="del">
          <ac:chgData name="DANH TRANG" userId="5dd0a60266706734" providerId="LiveId" clId="{43FE5946-CB70-4F57-A436-BABCE16D6A8E}" dt="2026-07-23T10:41:33.030" v="0"/>
          <ac:picMkLst>
            <pc:docMk/>
            <pc:sldMk cId="0" sldId="271"/>
            <ac:picMk id="11" creationId="{61C2FB7C-7A20-89E3-60BE-D22A3E729A14}"/>
          </ac:picMkLst>
        </pc:picChg>
      </pc:sldChg>
      <pc:sldChg chg="delSp modTransition modAnim">
        <pc:chgData name="DANH TRANG" userId="5dd0a60266706734" providerId="LiveId" clId="{43FE5946-CB70-4F57-A436-BABCE16D6A8E}" dt="2026-07-23T10:41:33.030" v="0"/>
        <pc:sldMkLst>
          <pc:docMk/>
          <pc:sldMk cId="0" sldId="272"/>
        </pc:sldMkLst>
        <pc:picChg chg="del">
          <ac:chgData name="DANH TRANG" userId="5dd0a60266706734" providerId="LiveId" clId="{43FE5946-CB70-4F57-A436-BABCE16D6A8E}" dt="2026-07-23T10:41:33.030" v="0"/>
          <ac:picMkLst>
            <pc:docMk/>
            <pc:sldMk cId="0" sldId="272"/>
            <ac:picMk id="12" creationId="{0CAAA784-A10D-1D07-8030-12149BCA2F40}"/>
          </ac:picMkLst>
        </pc:picChg>
      </pc:sldChg>
      <pc:sldChg chg="delSp modTransition modAnim">
        <pc:chgData name="DANH TRANG" userId="5dd0a60266706734" providerId="LiveId" clId="{43FE5946-CB70-4F57-A436-BABCE16D6A8E}" dt="2026-07-23T10:41:33.030" v="0"/>
        <pc:sldMkLst>
          <pc:docMk/>
          <pc:sldMk cId="0" sldId="273"/>
        </pc:sldMkLst>
        <pc:picChg chg="del">
          <ac:chgData name="DANH TRANG" userId="5dd0a60266706734" providerId="LiveId" clId="{43FE5946-CB70-4F57-A436-BABCE16D6A8E}" dt="2026-07-23T10:41:33.030" v="0"/>
          <ac:picMkLst>
            <pc:docMk/>
            <pc:sldMk cId="0" sldId="273"/>
            <ac:picMk id="11" creationId="{B862B271-0BB2-FB2D-0E5B-B272080BA073}"/>
          </ac:picMkLst>
        </pc:picChg>
      </pc:sldChg>
      <pc:sldChg chg="delSp modTransition modAnim">
        <pc:chgData name="DANH TRANG" userId="5dd0a60266706734" providerId="LiveId" clId="{43FE5946-CB70-4F57-A436-BABCE16D6A8E}" dt="2026-07-23T10:41:33.030" v="0"/>
        <pc:sldMkLst>
          <pc:docMk/>
          <pc:sldMk cId="0" sldId="274"/>
        </pc:sldMkLst>
        <pc:picChg chg="del">
          <ac:chgData name="DANH TRANG" userId="5dd0a60266706734" providerId="LiveId" clId="{43FE5946-CB70-4F57-A436-BABCE16D6A8E}" dt="2026-07-23T10:41:33.030" v="0"/>
          <ac:picMkLst>
            <pc:docMk/>
            <pc:sldMk cId="0" sldId="274"/>
            <ac:picMk id="12" creationId="{5FBB977F-FDE4-58F5-2AD0-3F1915B63F38}"/>
          </ac:picMkLst>
        </pc:picChg>
      </pc:sldChg>
      <pc:sldChg chg="delSp modTransition modAnim">
        <pc:chgData name="DANH TRANG" userId="5dd0a60266706734" providerId="LiveId" clId="{43FE5946-CB70-4F57-A436-BABCE16D6A8E}" dt="2026-07-23T10:41:33.030" v="0"/>
        <pc:sldMkLst>
          <pc:docMk/>
          <pc:sldMk cId="0" sldId="275"/>
        </pc:sldMkLst>
        <pc:picChg chg="del">
          <ac:chgData name="DANH TRANG" userId="5dd0a60266706734" providerId="LiveId" clId="{43FE5946-CB70-4F57-A436-BABCE16D6A8E}" dt="2026-07-23T10:41:33.030" v="0"/>
          <ac:picMkLst>
            <pc:docMk/>
            <pc:sldMk cId="0" sldId="275"/>
            <ac:picMk id="31" creationId="{5732718C-5646-A90D-4A21-D2972F52C8D3}"/>
          </ac:picMkLst>
        </pc:picChg>
      </pc:sldChg>
      <pc:sldChg chg="delSp modTransition modAnim">
        <pc:chgData name="DANH TRANG" userId="5dd0a60266706734" providerId="LiveId" clId="{43FE5946-CB70-4F57-A436-BABCE16D6A8E}" dt="2026-07-23T10:41:33.030" v="0"/>
        <pc:sldMkLst>
          <pc:docMk/>
          <pc:sldMk cId="0" sldId="276"/>
        </pc:sldMkLst>
        <pc:picChg chg="del">
          <ac:chgData name="DANH TRANG" userId="5dd0a60266706734" providerId="LiveId" clId="{43FE5946-CB70-4F57-A436-BABCE16D6A8E}" dt="2026-07-23T10:41:33.030" v="0"/>
          <ac:picMkLst>
            <pc:docMk/>
            <pc:sldMk cId="0" sldId="276"/>
            <ac:picMk id="19" creationId="{E164C827-44BD-8088-E5D2-7B1DAF93CDF4}"/>
          </ac:picMkLst>
        </pc:picChg>
      </pc:sldChg>
      <pc:sldChg chg="delSp modTransition modAnim">
        <pc:chgData name="DANH TRANG" userId="5dd0a60266706734" providerId="LiveId" clId="{43FE5946-CB70-4F57-A436-BABCE16D6A8E}" dt="2026-07-23T10:41:33.030" v="0"/>
        <pc:sldMkLst>
          <pc:docMk/>
          <pc:sldMk cId="0" sldId="277"/>
        </pc:sldMkLst>
        <pc:picChg chg="del">
          <ac:chgData name="DANH TRANG" userId="5dd0a60266706734" providerId="LiveId" clId="{43FE5946-CB70-4F57-A436-BABCE16D6A8E}" dt="2026-07-23T10:41:33.030" v="0"/>
          <ac:picMkLst>
            <pc:docMk/>
            <pc:sldMk cId="0" sldId="277"/>
            <ac:picMk id="19" creationId="{3DA045B6-A05A-65F6-A236-6369D088640A}"/>
          </ac:picMkLst>
        </pc:picChg>
      </pc:sldChg>
      <pc:sldChg chg="delSp modTransition modAnim">
        <pc:chgData name="DANH TRANG" userId="5dd0a60266706734" providerId="LiveId" clId="{43FE5946-CB70-4F57-A436-BABCE16D6A8E}" dt="2026-07-23T10:41:33.030" v="0"/>
        <pc:sldMkLst>
          <pc:docMk/>
          <pc:sldMk cId="811274158" sldId="279"/>
        </pc:sldMkLst>
        <pc:picChg chg="del">
          <ac:chgData name="DANH TRANG" userId="5dd0a60266706734" providerId="LiveId" clId="{43FE5946-CB70-4F57-A436-BABCE16D6A8E}" dt="2026-07-23T10:41:33.030" v="0"/>
          <ac:picMkLst>
            <pc:docMk/>
            <pc:sldMk cId="811274158" sldId="279"/>
            <ac:picMk id="17" creationId="{1CE33717-70B3-0CBE-A022-5424183651AB}"/>
          </ac:picMkLst>
        </pc:picChg>
      </pc:sldChg>
      <pc:sldChg chg="delSp modTransition modAnim">
        <pc:chgData name="DANH TRANG" userId="5dd0a60266706734" providerId="LiveId" clId="{43FE5946-CB70-4F57-A436-BABCE16D6A8E}" dt="2026-07-23T10:41:33.030" v="0"/>
        <pc:sldMkLst>
          <pc:docMk/>
          <pc:sldMk cId="898777345" sldId="280"/>
        </pc:sldMkLst>
        <pc:picChg chg="del">
          <ac:chgData name="DANH TRANG" userId="5dd0a60266706734" providerId="LiveId" clId="{43FE5946-CB70-4F57-A436-BABCE16D6A8E}" dt="2026-07-23T10:41:33.030" v="0"/>
          <ac:picMkLst>
            <pc:docMk/>
            <pc:sldMk cId="898777345" sldId="280"/>
            <ac:picMk id="9" creationId="{8C23935E-B4A2-1531-9E93-7475F7FD9803}"/>
          </ac:picMkLst>
        </pc:picChg>
      </pc:sldChg>
      <pc:sldChg chg="delSp modTransition modAnim">
        <pc:chgData name="DANH TRANG" userId="5dd0a60266706734" providerId="LiveId" clId="{43FE5946-CB70-4F57-A436-BABCE16D6A8E}" dt="2026-07-23T10:41:33.030" v="0"/>
        <pc:sldMkLst>
          <pc:docMk/>
          <pc:sldMk cId="651103513" sldId="281"/>
        </pc:sldMkLst>
        <pc:picChg chg="del">
          <ac:chgData name="DANH TRANG" userId="5dd0a60266706734" providerId="LiveId" clId="{43FE5946-CB70-4F57-A436-BABCE16D6A8E}" dt="2026-07-23T10:41:33.030" v="0"/>
          <ac:picMkLst>
            <pc:docMk/>
            <pc:sldMk cId="651103513" sldId="281"/>
            <ac:picMk id="10" creationId="{05992009-E03F-1B81-FDC1-4FB05AFED726}"/>
          </ac:picMkLst>
        </pc:picChg>
      </pc:sldChg>
    </pc:docChg>
  </pc:docChgLst>
  <pc:docChgLst>
    <pc:chgData name="DANH TRANG" userId="5dd0a60266706734" providerId="LiveId" clId="{6F449A54-B90B-4CDA-8CAA-C5A26217E8DE}"/>
    <pc:docChg chg="undo redo custSel addSld delSld modSld sldOrd">
      <pc:chgData name="DANH TRANG" userId="5dd0a60266706734" providerId="LiveId" clId="{6F449A54-B90B-4CDA-8CAA-C5A26217E8DE}" dt="2026-07-23T02:43:10.085" v="532" actId="478"/>
      <pc:docMkLst>
        <pc:docMk/>
      </pc:docMkLst>
      <pc:sldChg chg="addSp delSp modSp mod delAnim">
        <pc:chgData name="DANH TRANG" userId="5dd0a60266706734" providerId="LiveId" clId="{6F449A54-B90B-4CDA-8CAA-C5A26217E8DE}" dt="2026-07-23T02:41:15.686" v="508" actId="478"/>
        <pc:sldMkLst>
          <pc:docMk/>
          <pc:sldMk cId="0" sldId="256"/>
        </pc:sldMkLst>
        <pc:spChg chg="mod">
          <ac:chgData name="DANH TRANG" userId="5dd0a60266706734" providerId="LiveId" clId="{6F449A54-B90B-4CDA-8CAA-C5A26217E8DE}" dt="2026-07-22T00:45:42.611" v="49" actId="1036"/>
          <ac:spMkLst>
            <pc:docMk/>
            <pc:sldMk cId="0" sldId="256"/>
            <ac:spMk id="5" creationId="{00000000-0000-0000-0000-000000000000}"/>
          </ac:spMkLst>
        </pc:spChg>
        <pc:spChg chg="mod">
          <ac:chgData name="DANH TRANG" userId="5dd0a60266706734" providerId="LiveId" clId="{6F449A54-B90B-4CDA-8CAA-C5A26217E8DE}" dt="2026-07-22T00:45:28.396" v="37" actId="1035"/>
          <ac:spMkLst>
            <pc:docMk/>
            <pc:sldMk cId="0" sldId="256"/>
            <ac:spMk id="6" creationId="{00000000-0000-0000-0000-000000000000}"/>
          </ac:spMkLst>
        </pc:spChg>
        <pc:spChg chg="mod">
          <ac:chgData name="DANH TRANG" userId="5dd0a60266706734" providerId="LiveId" clId="{6F449A54-B90B-4CDA-8CAA-C5A26217E8DE}" dt="2026-07-22T00:46:30.730" v="55" actId="255"/>
          <ac:spMkLst>
            <pc:docMk/>
            <pc:sldMk cId="0" sldId="256"/>
            <ac:spMk id="7" creationId="{00000000-0000-0000-0000-000000000000}"/>
          </ac:spMkLst>
        </pc:spChg>
        <pc:spChg chg="mod">
          <ac:chgData name="DANH TRANG" userId="5dd0a60266706734" providerId="LiveId" clId="{6F449A54-B90B-4CDA-8CAA-C5A26217E8DE}" dt="2026-07-22T00:46:36.673" v="56" actId="255"/>
          <ac:spMkLst>
            <pc:docMk/>
            <pc:sldMk cId="0" sldId="256"/>
            <ac:spMk id="8" creationId="{00000000-0000-0000-0000-000000000000}"/>
          </ac:spMkLst>
        </pc:spChg>
        <pc:picChg chg="mod">
          <ac:chgData name="DANH TRANG" userId="5dd0a60266706734" providerId="LiveId" clId="{6F449A54-B90B-4CDA-8CAA-C5A26217E8DE}" dt="2026-07-22T01:11:21.513" v="312" actId="26606"/>
          <ac:picMkLst>
            <pc:docMk/>
            <pc:sldMk cId="0" sldId="256"/>
            <ac:picMk id="3" creationId="{00000000-0000-0000-0000-000000000000}"/>
          </ac:picMkLst>
        </pc:picChg>
        <pc:picChg chg="mod">
          <ac:chgData name="DANH TRANG" userId="5dd0a60266706734" providerId="LiveId" clId="{6F449A54-B90B-4CDA-8CAA-C5A26217E8DE}" dt="2026-07-22T00:45:54.917" v="52" actId="1076"/>
          <ac:picMkLst>
            <pc:docMk/>
            <pc:sldMk cId="0" sldId="256"/>
            <ac:picMk id="4" creationId="{00000000-0000-0000-0000-000000000000}"/>
          </ac:picMkLst>
        </pc:picChg>
        <pc:picChg chg="add del mod">
          <ac:chgData name="DANH TRANG" userId="5dd0a60266706734" providerId="LiveId" clId="{6F449A54-B90B-4CDA-8CAA-C5A26217E8DE}" dt="2026-07-23T02:41:15.686" v="508" actId="478"/>
          <ac:picMkLst>
            <pc:docMk/>
            <pc:sldMk cId="0" sldId="256"/>
            <ac:picMk id="11" creationId="{3B26CA45-C31B-306E-63F8-BF813887971E}"/>
          </ac:picMkLst>
        </pc:picChg>
      </pc:sldChg>
      <pc:sldChg chg="addSp delSp modSp mod delAnim">
        <pc:chgData name="DANH TRANG" userId="5dd0a60266706734" providerId="LiveId" clId="{6F449A54-B90B-4CDA-8CAA-C5A26217E8DE}" dt="2026-07-23T02:41:17.954" v="509" actId="478"/>
        <pc:sldMkLst>
          <pc:docMk/>
          <pc:sldMk cId="0" sldId="257"/>
        </pc:sldMkLst>
        <pc:spChg chg="mod">
          <ac:chgData name="DANH TRANG" userId="5dd0a60266706734" providerId="LiveId" clId="{6F449A54-B90B-4CDA-8CAA-C5A26217E8DE}" dt="2026-07-22T00:48:19.657" v="58" actId="113"/>
          <ac:spMkLst>
            <pc:docMk/>
            <pc:sldMk cId="0" sldId="257"/>
            <ac:spMk id="3" creationId="{00000000-0000-0000-0000-000000000000}"/>
          </ac:spMkLst>
        </pc:spChg>
        <pc:spChg chg="mod">
          <ac:chgData name="DANH TRANG" userId="5dd0a60266706734" providerId="LiveId" clId="{6F449A54-B90B-4CDA-8CAA-C5A26217E8DE}" dt="2026-07-22T01:30:03.558" v="420" actId="207"/>
          <ac:spMkLst>
            <pc:docMk/>
            <pc:sldMk cId="0" sldId="257"/>
            <ac:spMk id="5" creationId="{00000000-0000-0000-0000-000000000000}"/>
          </ac:spMkLst>
        </pc:spChg>
        <pc:spChg chg="mod">
          <ac:chgData name="DANH TRANG" userId="5dd0a60266706734" providerId="LiveId" clId="{6F449A54-B90B-4CDA-8CAA-C5A26217E8DE}" dt="2026-07-22T01:30:03.558" v="420" actId="207"/>
          <ac:spMkLst>
            <pc:docMk/>
            <pc:sldMk cId="0" sldId="257"/>
            <ac:spMk id="6" creationId="{00000000-0000-0000-0000-000000000000}"/>
          </ac:spMkLst>
        </pc:spChg>
        <pc:spChg chg="mod">
          <ac:chgData name="DANH TRANG" userId="5dd0a60266706734" providerId="LiveId" clId="{6F449A54-B90B-4CDA-8CAA-C5A26217E8DE}" dt="2026-07-22T01:30:03.558" v="420" actId="207"/>
          <ac:spMkLst>
            <pc:docMk/>
            <pc:sldMk cId="0" sldId="257"/>
            <ac:spMk id="7" creationId="{00000000-0000-0000-0000-000000000000}"/>
          </ac:spMkLst>
        </pc:spChg>
        <pc:spChg chg="mod">
          <ac:chgData name="DANH TRANG" userId="5dd0a60266706734" providerId="LiveId" clId="{6F449A54-B90B-4CDA-8CAA-C5A26217E8DE}" dt="2026-07-22T01:30:03.558" v="420" actId="207"/>
          <ac:spMkLst>
            <pc:docMk/>
            <pc:sldMk cId="0" sldId="257"/>
            <ac:spMk id="8" creationId="{00000000-0000-0000-0000-000000000000}"/>
          </ac:spMkLst>
        </pc:spChg>
        <pc:picChg chg="mod">
          <ac:chgData name="DANH TRANG" userId="5dd0a60266706734" providerId="LiveId" clId="{6F449A54-B90B-4CDA-8CAA-C5A26217E8DE}" dt="2026-07-22T00:57:14.097" v="150" actId="14100"/>
          <ac:picMkLst>
            <pc:docMk/>
            <pc:sldMk cId="0" sldId="257"/>
            <ac:picMk id="2" creationId="{00000000-0000-0000-0000-000000000000}"/>
          </ac:picMkLst>
        </pc:picChg>
        <pc:picChg chg="mod">
          <ac:chgData name="DANH TRANG" userId="5dd0a60266706734" providerId="LiveId" clId="{6F449A54-B90B-4CDA-8CAA-C5A26217E8DE}" dt="2026-07-22T00:57:24.711" v="167" actId="1035"/>
          <ac:picMkLst>
            <pc:docMk/>
            <pc:sldMk cId="0" sldId="257"/>
            <ac:picMk id="4" creationId="{00000000-0000-0000-0000-000000000000}"/>
          </ac:picMkLst>
        </pc:picChg>
        <pc:picChg chg="add del mod">
          <ac:chgData name="DANH TRANG" userId="5dd0a60266706734" providerId="LiveId" clId="{6F449A54-B90B-4CDA-8CAA-C5A26217E8DE}" dt="2026-07-23T02:41:17.954" v="509" actId="478"/>
          <ac:picMkLst>
            <pc:docMk/>
            <pc:sldMk cId="0" sldId="257"/>
            <ac:picMk id="15" creationId="{1B0B1836-7BE0-0398-362C-E0EF0B0DA268}"/>
          </ac:picMkLst>
        </pc:picChg>
      </pc:sldChg>
      <pc:sldChg chg="addSp delSp modSp mod delAnim">
        <pc:chgData name="DANH TRANG" userId="5dd0a60266706734" providerId="LiveId" clId="{6F449A54-B90B-4CDA-8CAA-C5A26217E8DE}" dt="2026-07-23T02:41:20.072" v="510" actId="478"/>
        <pc:sldMkLst>
          <pc:docMk/>
          <pc:sldMk cId="0" sldId="258"/>
        </pc:sldMkLst>
        <pc:spChg chg="mod">
          <ac:chgData name="DANH TRANG" userId="5dd0a60266706734" providerId="LiveId" clId="{6F449A54-B90B-4CDA-8CAA-C5A26217E8DE}" dt="2026-07-22T00:48:08.838" v="57" actId="113"/>
          <ac:spMkLst>
            <pc:docMk/>
            <pc:sldMk cId="0" sldId="258"/>
            <ac:spMk id="5" creationId="{00000000-0000-0000-0000-000000000000}"/>
          </ac:spMkLst>
        </pc:spChg>
        <pc:spChg chg="mod">
          <ac:chgData name="DANH TRANG" userId="5dd0a60266706734" providerId="LiveId" clId="{6F449A54-B90B-4CDA-8CAA-C5A26217E8DE}" dt="2026-07-22T01:25:51.011" v="374" actId="2711"/>
          <ac:spMkLst>
            <pc:docMk/>
            <pc:sldMk cId="0" sldId="258"/>
            <ac:spMk id="7" creationId="{00000000-0000-0000-0000-000000000000}"/>
          </ac:spMkLst>
        </pc:spChg>
        <pc:spChg chg="mod">
          <ac:chgData name="DANH TRANG" userId="5dd0a60266706734" providerId="LiveId" clId="{6F449A54-B90B-4CDA-8CAA-C5A26217E8DE}" dt="2026-07-22T01:25:51.011" v="374" actId="2711"/>
          <ac:spMkLst>
            <pc:docMk/>
            <pc:sldMk cId="0" sldId="258"/>
            <ac:spMk id="8" creationId="{00000000-0000-0000-0000-000000000000}"/>
          </ac:spMkLst>
        </pc:spChg>
        <pc:spChg chg="mod">
          <ac:chgData name="DANH TRANG" userId="5dd0a60266706734" providerId="LiveId" clId="{6F449A54-B90B-4CDA-8CAA-C5A26217E8DE}" dt="2026-07-22T01:25:51.011" v="374" actId="2711"/>
          <ac:spMkLst>
            <pc:docMk/>
            <pc:sldMk cId="0" sldId="258"/>
            <ac:spMk id="10" creationId="{00000000-0000-0000-0000-000000000000}"/>
          </ac:spMkLst>
        </pc:spChg>
        <pc:spChg chg="mod">
          <ac:chgData name="DANH TRANG" userId="5dd0a60266706734" providerId="LiveId" clId="{6F449A54-B90B-4CDA-8CAA-C5A26217E8DE}" dt="2026-07-22T01:25:51.011" v="374" actId="2711"/>
          <ac:spMkLst>
            <pc:docMk/>
            <pc:sldMk cId="0" sldId="258"/>
            <ac:spMk id="11" creationId="{00000000-0000-0000-0000-000000000000}"/>
          </ac:spMkLst>
        </pc:spChg>
        <pc:spChg chg="mod">
          <ac:chgData name="DANH TRANG" userId="5dd0a60266706734" providerId="LiveId" clId="{6F449A54-B90B-4CDA-8CAA-C5A26217E8DE}" dt="2026-07-22T01:25:51.011" v="374" actId="2711"/>
          <ac:spMkLst>
            <pc:docMk/>
            <pc:sldMk cId="0" sldId="258"/>
            <ac:spMk id="13" creationId="{00000000-0000-0000-0000-000000000000}"/>
          </ac:spMkLst>
        </pc:spChg>
        <pc:spChg chg="mod">
          <ac:chgData name="DANH TRANG" userId="5dd0a60266706734" providerId="LiveId" clId="{6F449A54-B90B-4CDA-8CAA-C5A26217E8DE}" dt="2026-07-22T01:25:51.011" v="374" actId="2711"/>
          <ac:spMkLst>
            <pc:docMk/>
            <pc:sldMk cId="0" sldId="258"/>
            <ac:spMk id="14" creationId="{00000000-0000-0000-0000-000000000000}"/>
          </ac:spMkLst>
        </pc:spChg>
        <pc:picChg chg="mod">
          <ac:chgData name="DANH TRANG" userId="5dd0a60266706734" providerId="LiveId" clId="{6F449A54-B90B-4CDA-8CAA-C5A26217E8DE}" dt="2026-07-22T01:11:21.513" v="312" actId="26606"/>
          <ac:picMkLst>
            <pc:docMk/>
            <pc:sldMk cId="0" sldId="258"/>
            <ac:picMk id="6" creationId="{00000000-0000-0000-0000-000000000000}"/>
          </ac:picMkLst>
        </pc:picChg>
        <pc:picChg chg="mod">
          <ac:chgData name="DANH TRANG" userId="5dd0a60266706734" providerId="LiveId" clId="{6F449A54-B90B-4CDA-8CAA-C5A26217E8DE}" dt="2026-07-22T01:11:21.513" v="312" actId="26606"/>
          <ac:picMkLst>
            <pc:docMk/>
            <pc:sldMk cId="0" sldId="258"/>
            <ac:picMk id="9" creationId="{00000000-0000-0000-0000-000000000000}"/>
          </ac:picMkLst>
        </pc:picChg>
        <pc:picChg chg="mod">
          <ac:chgData name="DANH TRANG" userId="5dd0a60266706734" providerId="LiveId" clId="{6F449A54-B90B-4CDA-8CAA-C5A26217E8DE}" dt="2026-07-22T01:11:21.513" v="312" actId="26606"/>
          <ac:picMkLst>
            <pc:docMk/>
            <pc:sldMk cId="0" sldId="258"/>
            <ac:picMk id="12" creationId="{00000000-0000-0000-0000-000000000000}"/>
          </ac:picMkLst>
        </pc:picChg>
        <pc:picChg chg="mod">
          <ac:chgData name="DANH TRANG" userId="5dd0a60266706734" providerId="LiveId" clId="{6F449A54-B90B-4CDA-8CAA-C5A26217E8DE}" dt="2026-07-22T01:11:21.513" v="312" actId="26606"/>
          <ac:picMkLst>
            <pc:docMk/>
            <pc:sldMk cId="0" sldId="258"/>
            <ac:picMk id="15" creationId="{00000000-0000-0000-0000-000000000000}"/>
          </ac:picMkLst>
        </pc:picChg>
        <pc:picChg chg="mod">
          <ac:chgData name="DANH TRANG" userId="5dd0a60266706734" providerId="LiveId" clId="{6F449A54-B90B-4CDA-8CAA-C5A26217E8DE}" dt="2026-07-22T01:11:21.513" v="312" actId="26606"/>
          <ac:picMkLst>
            <pc:docMk/>
            <pc:sldMk cId="0" sldId="258"/>
            <ac:picMk id="16" creationId="{00000000-0000-0000-0000-000000000000}"/>
          </ac:picMkLst>
        </pc:picChg>
        <pc:picChg chg="mod">
          <ac:chgData name="DANH TRANG" userId="5dd0a60266706734" providerId="LiveId" clId="{6F449A54-B90B-4CDA-8CAA-C5A26217E8DE}" dt="2026-07-22T01:11:21.513" v="312" actId="26606"/>
          <ac:picMkLst>
            <pc:docMk/>
            <pc:sldMk cId="0" sldId="258"/>
            <ac:picMk id="17" creationId="{00000000-0000-0000-0000-000000000000}"/>
          </ac:picMkLst>
        </pc:picChg>
        <pc:picChg chg="add del mod">
          <ac:chgData name="DANH TRANG" userId="5dd0a60266706734" providerId="LiveId" clId="{6F449A54-B90B-4CDA-8CAA-C5A26217E8DE}" dt="2026-07-23T02:41:20.072" v="510" actId="478"/>
          <ac:picMkLst>
            <pc:docMk/>
            <pc:sldMk cId="0" sldId="258"/>
            <ac:picMk id="20" creationId="{CBC223E0-D147-218D-F466-A46B112536A6}"/>
          </ac:picMkLst>
        </pc:picChg>
      </pc:sldChg>
      <pc:sldChg chg="addSp delSp modSp mod delAnim">
        <pc:chgData name="DANH TRANG" userId="5dd0a60266706734" providerId="LiveId" clId="{6F449A54-B90B-4CDA-8CAA-C5A26217E8DE}" dt="2026-07-23T02:41:22.017" v="511" actId="478"/>
        <pc:sldMkLst>
          <pc:docMk/>
          <pc:sldMk cId="0" sldId="259"/>
        </pc:sldMkLst>
        <pc:spChg chg="mod">
          <ac:chgData name="DANH TRANG" userId="5dd0a60266706734" providerId="LiveId" clId="{6F449A54-B90B-4CDA-8CAA-C5A26217E8DE}" dt="2026-07-22T00:48:28.262" v="59" actId="113"/>
          <ac:spMkLst>
            <pc:docMk/>
            <pc:sldMk cId="0" sldId="259"/>
            <ac:spMk id="4" creationId="{00000000-0000-0000-0000-000000000000}"/>
          </ac:spMkLst>
        </pc:spChg>
        <pc:spChg chg="mod">
          <ac:chgData name="DANH TRANG" userId="5dd0a60266706734" providerId="LiveId" clId="{6F449A54-B90B-4CDA-8CAA-C5A26217E8DE}" dt="2026-07-22T01:26:03.232" v="375" actId="2711"/>
          <ac:spMkLst>
            <pc:docMk/>
            <pc:sldMk cId="0" sldId="259"/>
            <ac:spMk id="6" creationId="{00000000-0000-0000-0000-000000000000}"/>
          </ac:spMkLst>
        </pc:spChg>
        <pc:spChg chg="mod">
          <ac:chgData name="DANH TRANG" userId="5dd0a60266706734" providerId="LiveId" clId="{6F449A54-B90B-4CDA-8CAA-C5A26217E8DE}" dt="2026-07-22T01:26:03.232" v="375" actId="2711"/>
          <ac:spMkLst>
            <pc:docMk/>
            <pc:sldMk cId="0" sldId="259"/>
            <ac:spMk id="8" creationId="{00000000-0000-0000-0000-000000000000}"/>
          </ac:spMkLst>
        </pc:spChg>
        <pc:spChg chg="mod">
          <ac:chgData name="DANH TRANG" userId="5dd0a60266706734" providerId="LiveId" clId="{6F449A54-B90B-4CDA-8CAA-C5A26217E8DE}" dt="2026-07-22T01:29:55.746" v="419" actId="207"/>
          <ac:spMkLst>
            <pc:docMk/>
            <pc:sldMk cId="0" sldId="259"/>
            <ac:spMk id="11" creationId="{00000000-0000-0000-0000-000000000000}"/>
          </ac:spMkLst>
        </pc:spChg>
        <pc:spChg chg="mod">
          <ac:chgData name="DANH TRANG" userId="5dd0a60266706734" providerId="LiveId" clId="{6F449A54-B90B-4CDA-8CAA-C5A26217E8DE}" dt="2026-07-22T01:29:55.746" v="419" actId="207"/>
          <ac:spMkLst>
            <pc:docMk/>
            <pc:sldMk cId="0" sldId="259"/>
            <ac:spMk id="12" creationId="{00000000-0000-0000-0000-000000000000}"/>
          </ac:spMkLst>
        </pc:spChg>
        <pc:spChg chg="mod">
          <ac:chgData name="DANH TRANG" userId="5dd0a60266706734" providerId="LiveId" clId="{6F449A54-B90B-4CDA-8CAA-C5A26217E8DE}" dt="2026-07-22T01:29:55.746" v="419" actId="207"/>
          <ac:spMkLst>
            <pc:docMk/>
            <pc:sldMk cId="0" sldId="259"/>
            <ac:spMk id="13" creationId="{00000000-0000-0000-0000-000000000000}"/>
          </ac:spMkLst>
        </pc:spChg>
        <pc:spChg chg="mod">
          <ac:chgData name="DANH TRANG" userId="5dd0a60266706734" providerId="LiveId" clId="{6F449A54-B90B-4CDA-8CAA-C5A26217E8DE}" dt="2026-07-22T01:29:55.746" v="419" actId="207"/>
          <ac:spMkLst>
            <pc:docMk/>
            <pc:sldMk cId="0" sldId="259"/>
            <ac:spMk id="14" creationId="{00000000-0000-0000-0000-000000000000}"/>
          </ac:spMkLst>
        </pc:spChg>
        <pc:picChg chg="mod">
          <ac:chgData name="DANH TRANG" userId="5dd0a60266706734" providerId="LiveId" clId="{6F449A54-B90B-4CDA-8CAA-C5A26217E8DE}" dt="2026-07-22T01:11:21.513" v="312" actId="26606"/>
          <ac:picMkLst>
            <pc:docMk/>
            <pc:sldMk cId="0" sldId="259"/>
            <ac:picMk id="5" creationId="{00000000-0000-0000-0000-000000000000}"/>
          </ac:picMkLst>
        </pc:picChg>
        <pc:picChg chg="mod">
          <ac:chgData name="DANH TRANG" userId="5dd0a60266706734" providerId="LiveId" clId="{6F449A54-B90B-4CDA-8CAA-C5A26217E8DE}" dt="2026-07-22T01:11:21.513" v="312" actId="26606"/>
          <ac:picMkLst>
            <pc:docMk/>
            <pc:sldMk cId="0" sldId="259"/>
            <ac:picMk id="7" creationId="{00000000-0000-0000-0000-000000000000}"/>
          </ac:picMkLst>
        </pc:picChg>
        <pc:picChg chg="mod">
          <ac:chgData name="DANH TRANG" userId="5dd0a60266706734" providerId="LiveId" clId="{6F449A54-B90B-4CDA-8CAA-C5A26217E8DE}" dt="2026-07-22T01:11:21.513" v="312" actId="26606"/>
          <ac:picMkLst>
            <pc:docMk/>
            <pc:sldMk cId="0" sldId="259"/>
            <ac:picMk id="9" creationId="{00000000-0000-0000-0000-000000000000}"/>
          </ac:picMkLst>
        </pc:picChg>
        <pc:picChg chg="mod">
          <ac:chgData name="DANH TRANG" userId="5dd0a60266706734" providerId="LiveId" clId="{6F449A54-B90B-4CDA-8CAA-C5A26217E8DE}" dt="2026-07-22T01:11:21.513" v="312" actId="26606"/>
          <ac:picMkLst>
            <pc:docMk/>
            <pc:sldMk cId="0" sldId="259"/>
            <ac:picMk id="10" creationId="{00000000-0000-0000-0000-000000000000}"/>
          </ac:picMkLst>
        </pc:picChg>
        <pc:picChg chg="add del mod">
          <ac:chgData name="DANH TRANG" userId="5dd0a60266706734" providerId="LiveId" clId="{6F449A54-B90B-4CDA-8CAA-C5A26217E8DE}" dt="2026-07-23T02:41:22.017" v="511" actId="478"/>
          <ac:picMkLst>
            <pc:docMk/>
            <pc:sldMk cId="0" sldId="259"/>
            <ac:picMk id="21" creationId="{3F7607CB-5280-41A8-D8F9-E520E936E9C7}"/>
          </ac:picMkLst>
        </pc:picChg>
      </pc:sldChg>
      <pc:sldChg chg="addSp delSp modSp mod delAnim">
        <pc:chgData name="DANH TRANG" userId="5dd0a60266706734" providerId="LiveId" clId="{6F449A54-B90B-4CDA-8CAA-C5A26217E8DE}" dt="2026-07-23T02:41:27.979" v="512" actId="478"/>
        <pc:sldMkLst>
          <pc:docMk/>
          <pc:sldMk cId="0" sldId="260"/>
        </pc:sldMkLst>
        <pc:spChg chg="mod">
          <ac:chgData name="DANH TRANG" userId="5dd0a60266706734" providerId="LiveId" clId="{6F449A54-B90B-4CDA-8CAA-C5A26217E8DE}" dt="2026-07-22T00:49:39.408" v="60" actId="113"/>
          <ac:spMkLst>
            <pc:docMk/>
            <pc:sldMk cId="0" sldId="260"/>
            <ac:spMk id="2" creationId="{00000000-0000-0000-0000-000000000000}"/>
          </ac:spMkLst>
        </pc:spChg>
        <pc:spChg chg="mod">
          <ac:chgData name="DANH TRANG" userId="5dd0a60266706734" providerId="LiveId" clId="{6F449A54-B90B-4CDA-8CAA-C5A26217E8DE}" dt="2026-07-22T01:29:31.986" v="413" actId="207"/>
          <ac:spMkLst>
            <pc:docMk/>
            <pc:sldMk cId="0" sldId="260"/>
            <ac:spMk id="3" creationId="{00000000-0000-0000-0000-000000000000}"/>
          </ac:spMkLst>
        </pc:spChg>
        <pc:spChg chg="mod">
          <ac:chgData name="DANH TRANG" userId="5dd0a60266706734" providerId="LiveId" clId="{6F449A54-B90B-4CDA-8CAA-C5A26217E8DE}" dt="2026-07-22T01:29:35.069" v="414" actId="207"/>
          <ac:spMkLst>
            <pc:docMk/>
            <pc:sldMk cId="0" sldId="260"/>
            <ac:spMk id="4" creationId="{00000000-0000-0000-0000-000000000000}"/>
          </ac:spMkLst>
        </pc:spChg>
        <pc:spChg chg="mod">
          <ac:chgData name="DANH TRANG" userId="5dd0a60266706734" providerId="LiveId" clId="{6F449A54-B90B-4CDA-8CAA-C5A26217E8DE}" dt="2026-07-22T01:29:37.486" v="415" actId="207"/>
          <ac:spMkLst>
            <pc:docMk/>
            <pc:sldMk cId="0" sldId="260"/>
            <ac:spMk id="5" creationId="{00000000-0000-0000-0000-000000000000}"/>
          </ac:spMkLst>
        </pc:spChg>
        <pc:spChg chg="mod">
          <ac:chgData name="DANH TRANG" userId="5dd0a60266706734" providerId="LiveId" clId="{6F449A54-B90B-4CDA-8CAA-C5A26217E8DE}" dt="2026-07-22T01:29:39.580" v="416" actId="207"/>
          <ac:spMkLst>
            <pc:docMk/>
            <pc:sldMk cId="0" sldId="260"/>
            <ac:spMk id="6" creationId="{00000000-0000-0000-0000-000000000000}"/>
          </ac:spMkLst>
        </pc:spChg>
        <pc:spChg chg="mod">
          <ac:chgData name="DANH TRANG" userId="5dd0a60266706734" providerId="LiveId" clId="{6F449A54-B90B-4CDA-8CAA-C5A26217E8DE}" dt="2026-07-22T01:29:42.280" v="417" actId="207"/>
          <ac:spMkLst>
            <pc:docMk/>
            <pc:sldMk cId="0" sldId="260"/>
            <ac:spMk id="7" creationId="{00000000-0000-0000-0000-000000000000}"/>
          </ac:spMkLst>
        </pc:spChg>
        <pc:picChg chg="add del mod">
          <ac:chgData name="DANH TRANG" userId="5dd0a60266706734" providerId="LiveId" clId="{6F449A54-B90B-4CDA-8CAA-C5A26217E8DE}" dt="2026-07-23T02:41:27.979" v="512" actId="478"/>
          <ac:picMkLst>
            <pc:docMk/>
            <pc:sldMk cId="0" sldId="260"/>
            <ac:picMk id="15" creationId="{793243A7-2BAA-E2F7-28A1-8B778D977E9F}"/>
          </ac:picMkLst>
        </pc:picChg>
      </pc:sldChg>
      <pc:sldChg chg="addSp delSp modSp mod delAnim">
        <pc:chgData name="DANH TRANG" userId="5dd0a60266706734" providerId="LiveId" clId="{6F449A54-B90B-4CDA-8CAA-C5A26217E8DE}" dt="2026-07-23T02:41:31.067" v="513" actId="478"/>
        <pc:sldMkLst>
          <pc:docMk/>
          <pc:sldMk cId="0" sldId="261"/>
        </pc:sldMkLst>
        <pc:spChg chg="mod">
          <ac:chgData name="DANH TRANG" userId="5dd0a60266706734" providerId="LiveId" clId="{6F449A54-B90B-4CDA-8CAA-C5A26217E8DE}" dt="2026-07-22T00:49:59.949" v="61" actId="113"/>
          <ac:spMkLst>
            <pc:docMk/>
            <pc:sldMk cId="0" sldId="261"/>
            <ac:spMk id="5" creationId="{00000000-0000-0000-0000-000000000000}"/>
          </ac:spMkLst>
        </pc:spChg>
        <pc:spChg chg="mod">
          <ac:chgData name="DANH TRANG" userId="5dd0a60266706734" providerId="LiveId" clId="{6F449A54-B90B-4CDA-8CAA-C5A26217E8DE}" dt="2026-07-22T01:26:30.677" v="377" actId="2711"/>
          <ac:spMkLst>
            <pc:docMk/>
            <pc:sldMk cId="0" sldId="261"/>
            <ac:spMk id="6" creationId="{00000000-0000-0000-0000-000000000000}"/>
          </ac:spMkLst>
        </pc:spChg>
        <pc:spChg chg="mod">
          <ac:chgData name="DANH TRANG" userId="5dd0a60266706734" providerId="LiveId" clId="{6F449A54-B90B-4CDA-8CAA-C5A26217E8DE}" dt="2026-07-22T01:26:30.677" v="377" actId="2711"/>
          <ac:spMkLst>
            <pc:docMk/>
            <pc:sldMk cId="0" sldId="261"/>
            <ac:spMk id="7" creationId="{00000000-0000-0000-0000-000000000000}"/>
          </ac:spMkLst>
        </pc:spChg>
        <pc:spChg chg="mod">
          <ac:chgData name="DANH TRANG" userId="5dd0a60266706734" providerId="LiveId" clId="{6F449A54-B90B-4CDA-8CAA-C5A26217E8DE}" dt="2026-07-22T01:26:30.677" v="377" actId="2711"/>
          <ac:spMkLst>
            <pc:docMk/>
            <pc:sldMk cId="0" sldId="261"/>
            <ac:spMk id="8" creationId="{00000000-0000-0000-0000-000000000000}"/>
          </ac:spMkLst>
        </pc:spChg>
        <pc:spChg chg="mod">
          <ac:chgData name="DANH TRANG" userId="5dd0a60266706734" providerId="LiveId" clId="{6F449A54-B90B-4CDA-8CAA-C5A26217E8DE}" dt="2026-07-22T01:26:30.677" v="377" actId="2711"/>
          <ac:spMkLst>
            <pc:docMk/>
            <pc:sldMk cId="0" sldId="261"/>
            <ac:spMk id="9" creationId="{00000000-0000-0000-0000-000000000000}"/>
          </ac:spMkLst>
        </pc:spChg>
        <pc:spChg chg="mod">
          <ac:chgData name="DANH TRANG" userId="5dd0a60266706734" providerId="LiveId" clId="{6F449A54-B90B-4CDA-8CAA-C5A26217E8DE}" dt="2026-07-22T01:26:30.677" v="377" actId="2711"/>
          <ac:spMkLst>
            <pc:docMk/>
            <pc:sldMk cId="0" sldId="261"/>
            <ac:spMk id="10" creationId="{00000000-0000-0000-0000-000000000000}"/>
          </ac:spMkLst>
        </pc:spChg>
        <pc:spChg chg="mod">
          <ac:chgData name="DANH TRANG" userId="5dd0a60266706734" providerId="LiveId" clId="{6F449A54-B90B-4CDA-8CAA-C5A26217E8DE}" dt="2026-07-22T01:26:30.677" v="377" actId="2711"/>
          <ac:spMkLst>
            <pc:docMk/>
            <pc:sldMk cId="0" sldId="261"/>
            <ac:spMk id="11" creationId="{00000000-0000-0000-0000-000000000000}"/>
          </ac:spMkLst>
        </pc:spChg>
        <pc:picChg chg="add del mod">
          <ac:chgData name="DANH TRANG" userId="5dd0a60266706734" providerId="LiveId" clId="{6F449A54-B90B-4CDA-8CAA-C5A26217E8DE}" dt="2026-07-23T02:41:31.067" v="513" actId="478"/>
          <ac:picMkLst>
            <pc:docMk/>
            <pc:sldMk cId="0" sldId="261"/>
            <ac:picMk id="17" creationId="{C8D80385-291B-4A0B-0D59-42DB5453F0E4}"/>
          </ac:picMkLst>
        </pc:picChg>
      </pc:sldChg>
      <pc:sldChg chg="addSp delSp modSp mod delAnim">
        <pc:chgData name="DANH TRANG" userId="5dd0a60266706734" providerId="LiveId" clId="{6F449A54-B90B-4CDA-8CAA-C5A26217E8DE}" dt="2026-07-23T02:41:32.931" v="514" actId="478"/>
        <pc:sldMkLst>
          <pc:docMk/>
          <pc:sldMk cId="0" sldId="262"/>
        </pc:sldMkLst>
        <pc:spChg chg="mod">
          <ac:chgData name="DANH TRANG" userId="5dd0a60266706734" providerId="LiveId" clId="{6F449A54-B90B-4CDA-8CAA-C5A26217E8DE}" dt="2026-07-22T00:50:10.176" v="64" actId="113"/>
          <ac:spMkLst>
            <pc:docMk/>
            <pc:sldMk cId="0" sldId="262"/>
            <ac:spMk id="3" creationId="{00000000-0000-0000-0000-000000000000}"/>
          </ac:spMkLst>
        </pc:spChg>
        <pc:spChg chg="mod">
          <ac:chgData name="DANH TRANG" userId="5dd0a60266706734" providerId="LiveId" clId="{6F449A54-B90B-4CDA-8CAA-C5A26217E8DE}" dt="2026-07-22T01:29:21.127" v="410" actId="207"/>
          <ac:spMkLst>
            <pc:docMk/>
            <pc:sldMk cId="0" sldId="262"/>
            <ac:spMk id="5" creationId="{00000000-0000-0000-0000-000000000000}"/>
          </ac:spMkLst>
        </pc:spChg>
        <pc:spChg chg="mod">
          <ac:chgData name="DANH TRANG" userId="5dd0a60266706734" providerId="LiveId" clId="{6F449A54-B90B-4CDA-8CAA-C5A26217E8DE}" dt="2026-07-22T01:29:24.100" v="411" actId="207"/>
          <ac:spMkLst>
            <pc:docMk/>
            <pc:sldMk cId="0" sldId="262"/>
            <ac:spMk id="6" creationId="{00000000-0000-0000-0000-000000000000}"/>
          </ac:spMkLst>
        </pc:spChg>
        <pc:spChg chg="mod">
          <ac:chgData name="DANH TRANG" userId="5dd0a60266706734" providerId="LiveId" clId="{6F449A54-B90B-4CDA-8CAA-C5A26217E8DE}" dt="2026-07-22T01:29:26.654" v="412" actId="207"/>
          <ac:spMkLst>
            <pc:docMk/>
            <pc:sldMk cId="0" sldId="262"/>
            <ac:spMk id="7" creationId="{00000000-0000-0000-0000-000000000000}"/>
          </ac:spMkLst>
        </pc:spChg>
        <pc:picChg chg="mod">
          <ac:chgData name="DANH TRANG" userId="5dd0a60266706734" providerId="LiveId" clId="{6F449A54-B90B-4CDA-8CAA-C5A26217E8DE}" dt="2026-07-22T01:29:10.946" v="409" actId="1035"/>
          <ac:picMkLst>
            <pc:docMk/>
            <pc:sldMk cId="0" sldId="262"/>
            <ac:picMk id="4" creationId="{00000000-0000-0000-0000-000000000000}"/>
          </ac:picMkLst>
        </pc:picChg>
        <pc:picChg chg="add mod">
          <ac:chgData name="DANH TRANG" userId="5dd0a60266706734" providerId="LiveId" clId="{6F449A54-B90B-4CDA-8CAA-C5A26217E8DE}" dt="2026-07-22T01:29:10.946" v="409" actId="1035"/>
          <ac:picMkLst>
            <pc:docMk/>
            <pc:sldMk cId="0" sldId="262"/>
            <ac:picMk id="11" creationId="{B6D5B447-4B45-FE40-A823-7A2E4FCECB20}"/>
          </ac:picMkLst>
        </pc:picChg>
        <pc:picChg chg="add del mod">
          <ac:chgData name="DANH TRANG" userId="5dd0a60266706734" providerId="LiveId" clId="{6F449A54-B90B-4CDA-8CAA-C5A26217E8DE}" dt="2026-07-23T02:41:32.931" v="514" actId="478"/>
          <ac:picMkLst>
            <pc:docMk/>
            <pc:sldMk cId="0" sldId="262"/>
            <ac:picMk id="14" creationId="{042EDCF2-BDBE-2A6E-E966-4FC0D927F134}"/>
          </ac:picMkLst>
        </pc:picChg>
      </pc:sldChg>
      <pc:sldChg chg="addSp delSp modSp mod delAnim">
        <pc:chgData name="DANH TRANG" userId="5dd0a60266706734" providerId="LiveId" clId="{6F449A54-B90B-4CDA-8CAA-C5A26217E8DE}" dt="2026-07-23T02:41:35.124" v="515" actId="478"/>
        <pc:sldMkLst>
          <pc:docMk/>
          <pc:sldMk cId="0" sldId="263"/>
        </pc:sldMkLst>
        <pc:spChg chg="mod">
          <ac:chgData name="DANH TRANG" userId="5dd0a60266706734" providerId="LiveId" clId="{6F449A54-B90B-4CDA-8CAA-C5A26217E8DE}" dt="2026-07-22T00:50:17.106" v="65" actId="113"/>
          <ac:spMkLst>
            <pc:docMk/>
            <pc:sldMk cId="0" sldId="263"/>
            <ac:spMk id="4" creationId="{00000000-0000-0000-0000-000000000000}"/>
          </ac:spMkLst>
        </pc:spChg>
        <pc:spChg chg="mod">
          <ac:chgData name="DANH TRANG" userId="5dd0a60266706734" providerId="LiveId" clId="{6F449A54-B90B-4CDA-8CAA-C5A26217E8DE}" dt="2026-07-22T01:30:19.738" v="421" actId="2711"/>
          <ac:spMkLst>
            <pc:docMk/>
            <pc:sldMk cId="0" sldId="263"/>
            <ac:spMk id="6" creationId="{00000000-0000-0000-0000-000000000000}"/>
          </ac:spMkLst>
        </pc:spChg>
        <pc:spChg chg="mod">
          <ac:chgData name="DANH TRANG" userId="5dd0a60266706734" providerId="LiveId" clId="{6F449A54-B90B-4CDA-8CAA-C5A26217E8DE}" dt="2026-07-22T01:30:19.738" v="421" actId="2711"/>
          <ac:spMkLst>
            <pc:docMk/>
            <pc:sldMk cId="0" sldId="263"/>
            <ac:spMk id="8" creationId="{00000000-0000-0000-0000-000000000000}"/>
          </ac:spMkLst>
        </pc:spChg>
        <pc:spChg chg="mod">
          <ac:chgData name="DANH TRANG" userId="5dd0a60266706734" providerId="LiveId" clId="{6F449A54-B90B-4CDA-8CAA-C5A26217E8DE}" dt="2026-07-22T01:30:19.738" v="421" actId="2711"/>
          <ac:spMkLst>
            <pc:docMk/>
            <pc:sldMk cId="0" sldId="263"/>
            <ac:spMk id="11" creationId="{00000000-0000-0000-0000-000000000000}"/>
          </ac:spMkLst>
        </pc:spChg>
        <pc:spChg chg="mod">
          <ac:chgData name="DANH TRANG" userId="5dd0a60266706734" providerId="LiveId" clId="{6F449A54-B90B-4CDA-8CAA-C5A26217E8DE}" dt="2026-07-22T01:30:19.738" v="421" actId="2711"/>
          <ac:spMkLst>
            <pc:docMk/>
            <pc:sldMk cId="0" sldId="263"/>
            <ac:spMk id="12" creationId="{00000000-0000-0000-0000-000000000000}"/>
          </ac:spMkLst>
        </pc:spChg>
        <pc:spChg chg="mod">
          <ac:chgData name="DANH TRANG" userId="5dd0a60266706734" providerId="LiveId" clId="{6F449A54-B90B-4CDA-8CAA-C5A26217E8DE}" dt="2026-07-22T01:30:19.738" v="421" actId="2711"/>
          <ac:spMkLst>
            <pc:docMk/>
            <pc:sldMk cId="0" sldId="263"/>
            <ac:spMk id="13" creationId="{00000000-0000-0000-0000-000000000000}"/>
          </ac:spMkLst>
        </pc:spChg>
        <pc:spChg chg="mod">
          <ac:chgData name="DANH TRANG" userId="5dd0a60266706734" providerId="LiveId" clId="{6F449A54-B90B-4CDA-8CAA-C5A26217E8DE}" dt="2026-07-22T01:30:19.738" v="421" actId="2711"/>
          <ac:spMkLst>
            <pc:docMk/>
            <pc:sldMk cId="0" sldId="263"/>
            <ac:spMk id="14" creationId="{00000000-0000-0000-0000-000000000000}"/>
          </ac:spMkLst>
        </pc:spChg>
        <pc:spChg chg="mod">
          <ac:chgData name="DANH TRANG" userId="5dd0a60266706734" providerId="LiveId" clId="{6F449A54-B90B-4CDA-8CAA-C5A26217E8DE}" dt="2026-07-22T01:30:19.738" v="421" actId="2711"/>
          <ac:spMkLst>
            <pc:docMk/>
            <pc:sldMk cId="0" sldId="263"/>
            <ac:spMk id="15" creationId="{00000000-0000-0000-0000-000000000000}"/>
          </ac:spMkLst>
        </pc:spChg>
        <pc:spChg chg="mod">
          <ac:chgData name="DANH TRANG" userId="5dd0a60266706734" providerId="LiveId" clId="{6F449A54-B90B-4CDA-8CAA-C5A26217E8DE}" dt="2026-07-22T01:30:19.738" v="421" actId="2711"/>
          <ac:spMkLst>
            <pc:docMk/>
            <pc:sldMk cId="0" sldId="263"/>
            <ac:spMk id="16" creationId="{00000000-0000-0000-0000-000000000000}"/>
          </ac:spMkLst>
        </pc:spChg>
        <pc:picChg chg="mod">
          <ac:chgData name="DANH TRANG" userId="5dd0a60266706734" providerId="LiveId" clId="{6F449A54-B90B-4CDA-8CAA-C5A26217E8DE}" dt="2026-07-22T01:11:21.513" v="312" actId="26606"/>
          <ac:picMkLst>
            <pc:docMk/>
            <pc:sldMk cId="0" sldId="263"/>
            <ac:picMk id="5" creationId="{00000000-0000-0000-0000-000000000000}"/>
          </ac:picMkLst>
        </pc:picChg>
        <pc:picChg chg="mod">
          <ac:chgData name="DANH TRANG" userId="5dd0a60266706734" providerId="LiveId" clId="{6F449A54-B90B-4CDA-8CAA-C5A26217E8DE}" dt="2026-07-22T01:11:21.513" v="312" actId="26606"/>
          <ac:picMkLst>
            <pc:docMk/>
            <pc:sldMk cId="0" sldId="263"/>
            <ac:picMk id="7" creationId="{00000000-0000-0000-0000-000000000000}"/>
          </ac:picMkLst>
        </pc:picChg>
        <pc:picChg chg="mod">
          <ac:chgData name="DANH TRANG" userId="5dd0a60266706734" providerId="LiveId" clId="{6F449A54-B90B-4CDA-8CAA-C5A26217E8DE}" dt="2026-07-22T01:11:21.513" v="312" actId="26606"/>
          <ac:picMkLst>
            <pc:docMk/>
            <pc:sldMk cId="0" sldId="263"/>
            <ac:picMk id="9" creationId="{00000000-0000-0000-0000-000000000000}"/>
          </ac:picMkLst>
        </pc:picChg>
        <pc:picChg chg="mod">
          <ac:chgData name="DANH TRANG" userId="5dd0a60266706734" providerId="LiveId" clId="{6F449A54-B90B-4CDA-8CAA-C5A26217E8DE}" dt="2026-07-22T01:11:21.513" v="312" actId="26606"/>
          <ac:picMkLst>
            <pc:docMk/>
            <pc:sldMk cId="0" sldId="263"/>
            <ac:picMk id="10" creationId="{00000000-0000-0000-0000-000000000000}"/>
          </ac:picMkLst>
        </pc:picChg>
        <pc:picChg chg="add del mod">
          <ac:chgData name="DANH TRANG" userId="5dd0a60266706734" providerId="LiveId" clId="{6F449A54-B90B-4CDA-8CAA-C5A26217E8DE}" dt="2026-07-23T02:41:35.124" v="515" actId="478"/>
          <ac:picMkLst>
            <pc:docMk/>
            <pc:sldMk cId="0" sldId="263"/>
            <ac:picMk id="26" creationId="{84B650C7-8989-E169-0FA3-13EEEC99D33C}"/>
          </ac:picMkLst>
        </pc:picChg>
      </pc:sldChg>
      <pc:sldChg chg="addSp delSp modSp mod delAnim">
        <pc:chgData name="DANH TRANG" userId="5dd0a60266706734" providerId="LiveId" clId="{6F449A54-B90B-4CDA-8CAA-C5A26217E8DE}" dt="2026-07-23T02:41:39.244" v="516" actId="478"/>
        <pc:sldMkLst>
          <pc:docMk/>
          <pc:sldMk cId="0" sldId="264"/>
        </pc:sldMkLst>
        <pc:spChg chg="mod">
          <ac:chgData name="DANH TRANG" userId="5dd0a60266706734" providerId="LiveId" clId="{6F449A54-B90B-4CDA-8CAA-C5A26217E8DE}" dt="2026-07-22T00:50:25.200" v="66" actId="113"/>
          <ac:spMkLst>
            <pc:docMk/>
            <pc:sldMk cId="0" sldId="264"/>
            <ac:spMk id="5" creationId="{00000000-0000-0000-0000-000000000000}"/>
          </ac:spMkLst>
        </pc:spChg>
        <pc:spChg chg="mod">
          <ac:chgData name="DANH TRANG" userId="5dd0a60266706734" providerId="LiveId" clId="{6F449A54-B90B-4CDA-8CAA-C5A26217E8DE}" dt="2026-07-22T01:30:28.056" v="422" actId="2711"/>
          <ac:spMkLst>
            <pc:docMk/>
            <pc:sldMk cId="0" sldId="264"/>
            <ac:spMk id="7" creationId="{00000000-0000-0000-0000-000000000000}"/>
          </ac:spMkLst>
        </pc:spChg>
        <pc:spChg chg="mod">
          <ac:chgData name="DANH TRANG" userId="5dd0a60266706734" providerId="LiveId" clId="{6F449A54-B90B-4CDA-8CAA-C5A26217E8DE}" dt="2026-07-22T01:30:28.056" v="422" actId="2711"/>
          <ac:spMkLst>
            <pc:docMk/>
            <pc:sldMk cId="0" sldId="264"/>
            <ac:spMk id="8" creationId="{00000000-0000-0000-0000-000000000000}"/>
          </ac:spMkLst>
        </pc:spChg>
        <pc:spChg chg="mod">
          <ac:chgData name="DANH TRANG" userId="5dd0a60266706734" providerId="LiveId" clId="{6F449A54-B90B-4CDA-8CAA-C5A26217E8DE}" dt="2026-07-22T01:30:28.056" v="422" actId="2711"/>
          <ac:spMkLst>
            <pc:docMk/>
            <pc:sldMk cId="0" sldId="264"/>
            <ac:spMk id="10" creationId="{00000000-0000-0000-0000-000000000000}"/>
          </ac:spMkLst>
        </pc:spChg>
        <pc:spChg chg="mod">
          <ac:chgData name="DANH TRANG" userId="5dd0a60266706734" providerId="LiveId" clId="{6F449A54-B90B-4CDA-8CAA-C5A26217E8DE}" dt="2026-07-22T01:30:28.056" v="422" actId="2711"/>
          <ac:spMkLst>
            <pc:docMk/>
            <pc:sldMk cId="0" sldId="264"/>
            <ac:spMk id="11" creationId="{00000000-0000-0000-0000-000000000000}"/>
          </ac:spMkLst>
        </pc:spChg>
        <pc:spChg chg="mod">
          <ac:chgData name="DANH TRANG" userId="5dd0a60266706734" providerId="LiveId" clId="{6F449A54-B90B-4CDA-8CAA-C5A26217E8DE}" dt="2026-07-22T01:30:28.056" v="422" actId="2711"/>
          <ac:spMkLst>
            <pc:docMk/>
            <pc:sldMk cId="0" sldId="264"/>
            <ac:spMk id="13" creationId="{00000000-0000-0000-0000-000000000000}"/>
          </ac:spMkLst>
        </pc:spChg>
        <pc:spChg chg="mod">
          <ac:chgData name="DANH TRANG" userId="5dd0a60266706734" providerId="LiveId" clId="{6F449A54-B90B-4CDA-8CAA-C5A26217E8DE}" dt="2026-07-22T01:30:28.056" v="422" actId="2711"/>
          <ac:spMkLst>
            <pc:docMk/>
            <pc:sldMk cId="0" sldId="264"/>
            <ac:spMk id="14" creationId="{00000000-0000-0000-0000-000000000000}"/>
          </ac:spMkLst>
        </pc:spChg>
        <pc:picChg chg="mod">
          <ac:chgData name="DANH TRANG" userId="5dd0a60266706734" providerId="LiveId" clId="{6F449A54-B90B-4CDA-8CAA-C5A26217E8DE}" dt="2026-07-22T01:11:21.513" v="312" actId="26606"/>
          <ac:picMkLst>
            <pc:docMk/>
            <pc:sldMk cId="0" sldId="264"/>
            <ac:picMk id="6" creationId="{00000000-0000-0000-0000-000000000000}"/>
          </ac:picMkLst>
        </pc:picChg>
        <pc:picChg chg="mod">
          <ac:chgData name="DANH TRANG" userId="5dd0a60266706734" providerId="LiveId" clId="{6F449A54-B90B-4CDA-8CAA-C5A26217E8DE}" dt="2026-07-22T01:11:21.513" v="312" actId="26606"/>
          <ac:picMkLst>
            <pc:docMk/>
            <pc:sldMk cId="0" sldId="264"/>
            <ac:picMk id="9" creationId="{00000000-0000-0000-0000-000000000000}"/>
          </ac:picMkLst>
        </pc:picChg>
        <pc:picChg chg="mod">
          <ac:chgData name="DANH TRANG" userId="5dd0a60266706734" providerId="LiveId" clId="{6F449A54-B90B-4CDA-8CAA-C5A26217E8DE}" dt="2026-07-22T01:11:21.513" v="312" actId="26606"/>
          <ac:picMkLst>
            <pc:docMk/>
            <pc:sldMk cId="0" sldId="264"/>
            <ac:picMk id="12" creationId="{00000000-0000-0000-0000-000000000000}"/>
          </ac:picMkLst>
        </pc:picChg>
        <pc:picChg chg="mod">
          <ac:chgData name="DANH TRANG" userId="5dd0a60266706734" providerId="LiveId" clId="{6F449A54-B90B-4CDA-8CAA-C5A26217E8DE}" dt="2026-07-22T01:11:21.513" v="312" actId="26606"/>
          <ac:picMkLst>
            <pc:docMk/>
            <pc:sldMk cId="0" sldId="264"/>
            <ac:picMk id="15" creationId="{00000000-0000-0000-0000-000000000000}"/>
          </ac:picMkLst>
        </pc:picChg>
        <pc:picChg chg="mod">
          <ac:chgData name="DANH TRANG" userId="5dd0a60266706734" providerId="LiveId" clId="{6F449A54-B90B-4CDA-8CAA-C5A26217E8DE}" dt="2026-07-22T01:11:21.513" v="312" actId="26606"/>
          <ac:picMkLst>
            <pc:docMk/>
            <pc:sldMk cId="0" sldId="264"/>
            <ac:picMk id="16" creationId="{00000000-0000-0000-0000-000000000000}"/>
          </ac:picMkLst>
        </pc:picChg>
        <pc:picChg chg="mod">
          <ac:chgData name="DANH TRANG" userId="5dd0a60266706734" providerId="LiveId" clId="{6F449A54-B90B-4CDA-8CAA-C5A26217E8DE}" dt="2026-07-22T01:11:21.513" v="312" actId="26606"/>
          <ac:picMkLst>
            <pc:docMk/>
            <pc:sldMk cId="0" sldId="264"/>
            <ac:picMk id="17" creationId="{00000000-0000-0000-0000-000000000000}"/>
          </ac:picMkLst>
        </pc:picChg>
        <pc:picChg chg="add del mod">
          <ac:chgData name="DANH TRANG" userId="5dd0a60266706734" providerId="LiveId" clId="{6F449A54-B90B-4CDA-8CAA-C5A26217E8DE}" dt="2026-07-23T02:41:39.244" v="516" actId="478"/>
          <ac:picMkLst>
            <pc:docMk/>
            <pc:sldMk cId="0" sldId="264"/>
            <ac:picMk id="20" creationId="{FB1174B6-76F4-EE4E-A0EF-5CF505E9F46B}"/>
          </ac:picMkLst>
        </pc:picChg>
      </pc:sldChg>
      <pc:sldChg chg="addSp delSp modSp mod delAnim">
        <pc:chgData name="DANH TRANG" userId="5dd0a60266706734" providerId="LiveId" clId="{6F449A54-B90B-4CDA-8CAA-C5A26217E8DE}" dt="2026-07-23T02:41:40.838" v="517" actId="478"/>
        <pc:sldMkLst>
          <pc:docMk/>
          <pc:sldMk cId="0" sldId="265"/>
        </pc:sldMkLst>
        <pc:spChg chg="mod">
          <ac:chgData name="DANH TRANG" userId="5dd0a60266706734" providerId="LiveId" clId="{6F449A54-B90B-4CDA-8CAA-C5A26217E8DE}" dt="2026-07-22T00:50:34.846" v="67" actId="113"/>
          <ac:spMkLst>
            <pc:docMk/>
            <pc:sldMk cId="0" sldId="265"/>
            <ac:spMk id="2" creationId="{00000000-0000-0000-0000-000000000000}"/>
          </ac:spMkLst>
        </pc:spChg>
        <pc:graphicFrameChg chg="modGraphic">
          <ac:chgData name="DANH TRANG" userId="5dd0a60266706734" providerId="LiveId" clId="{6F449A54-B90B-4CDA-8CAA-C5A26217E8DE}" dt="2026-07-22T01:30:37.610" v="423" actId="2711"/>
          <ac:graphicFrameMkLst>
            <pc:docMk/>
            <pc:sldMk cId="0" sldId="265"/>
            <ac:graphicFrameMk id="4" creationId="{00000000-0000-0000-0000-000000000000}"/>
          </ac:graphicFrameMkLst>
        </pc:graphicFrameChg>
        <pc:picChg chg="add del mod">
          <ac:chgData name="DANH TRANG" userId="5dd0a60266706734" providerId="LiveId" clId="{6F449A54-B90B-4CDA-8CAA-C5A26217E8DE}" dt="2026-07-23T02:41:40.838" v="517" actId="478"/>
          <ac:picMkLst>
            <pc:docMk/>
            <pc:sldMk cId="0" sldId="265"/>
            <ac:picMk id="16" creationId="{4BFCC83E-A822-FD2D-DCB5-B7F59286826E}"/>
          </ac:picMkLst>
        </pc:picChg>
      </pc:sldChg>
      <pc:sldChg chg="addSp delSp modSp mod delAnim">
        <pc:chgData name="DANH TRANG" userId="5dd0a60266706734" providerId="LiveId" clId="{6F449A54-B90B-4CDA-8CAA-C5A26217E8DE}" dt="2026-07-23T02:41:43.697" v="518" actId="478"/>
        <pc:sldMkLst>
          <pc:docMk/>
          <pc:sldMk cId="0" sldId="266"/>
        </pc:sldMkLst>
        <pc:spChg chg="mod">
          <ac:chgData name="DANH TRANG" userId="5dd0a60266706734" providerId="LiveId" clId="{6F449A54-B90B-4CDA-8CAA-C5A26217E8DE}" dt="2026-07-22T00:52:09.787" v="72" actId="113"/>
          <ac:spMkLst>
            <pc:docMk/>
            <pc:sldMk cId="0" sldId="266"/>
            <ac:spMk id="2" creationId="{00000000-0000-0000-0000-000000000000}"/>
          </ac:spMkLst>
        </pc:spChg>
        <pc:spChg chg="mod">
          <ac:chgData name="DANH TRANG" userId="5dd0a60266706734" providerId="LiveId" clId="{6F449A54-B90B-4CDA-8CAA-C5A26217E8DE}" dt="2026-07-22T01:30:55.297" v="425" actId="207"/>
          <ac:spMkLst>
            <pc:docMk/>
            <pc:sldMk cId="0" sldId="266"/>
            <ac:spMk id="4" creationId="{00000000-0000-0000-0000-000000000000}"/>
          </ac:spMkLst>
        </pc:spChg>
        <pc:spChg chg="mod">
          <ac:chgData name="DANH TRANG" userId="5dd0a60266706734" providerId="LiveId" clId="{6F449A54-B90B-4CDA-8CAA-C5A26217E8DE}" dt="2026-07-22T01:30:55.297" v="425" actId="207"/>
          <ac:spMkLst>
            <pc:docMk/>
            <pc:sldMk cId="0" sldId="266"/>
            <ac:spMk id="5" creationId="{00000000-0000-0000-0000-000000000000}"/>
          </ac:spMkLst>
        </pc:spChg>
        <pc:spChg chg="mod">
          <ac:chgData name="DANH TRANG" userId="5dd0a60266706734" providerId="LiveId" clId="{6F449A54-B90B-4CDA-8CAA-C5A26217E8DE}" dt="2026-07-22T01:30:55.297" v="425" actId="207"/>
          <ac:spMkLst>
            <pc:docMk/>
            <pc:sldMk cId="0" sldId="266"/>
            <ac:spMk id="6" creationId="{00000000-0000-0000-0000-000000000000}"/>
          </ac:spMkLst>
        </pc:spChg>
        <pc:picChg chg="mod">
          <ac:chgData name="DANH TRANG" userId="5dd0a60266706734" providerId="LiveId" clId="{6F449A54-B90B-4CDA-8CAA-C5A26217E8DE}" dt="2026-07-22T00:51:57.246" v="70" actId="14100"/>
          <ac:picMkLst>
            <pc:docMk/>
            <pc:sldMk cId="0" sldId="266"/>
            <ac:picMk id="3" creationId="{00000000-0000-0000-0000-000000000000}"/>
          </ac:picMkLst>
        </pc:picChg>
        <pc:picChg chg="add del mod">
          <ac:chgData name="DANH TRANG" userId="5dd0a60266706734" providerId="LiveId" clId="{6F449A54-B90B-4CDA-8CAA-C5A26217E8DE}" dt="2026-07-23T02:41:43.697" v="518" actId="478"/>
          <ac:picMkLst>
            <pc:docMk/>
            <pc:sldMk cId="0" sldId="266"/>
            <ac:picMk id="13" creationId="{E0B822AD-9E7F-216E-C9D2-67E22BF04FFF}"/>
          </ac:picMkLst>
        </pc:picChg>
      </pc:sldChg>
      <pc:sldChg chg="addSp delSp modSp mod delAnim">
        <pc:chgData name="DANH TRANG" userId="5dd0a60266706734" providerId="LiveId" clId="{6F449A54-B90B-4CDA-8CAA-C5A26217E8DE}" dt="2026-07-23T02:43:10.085" v="532" actId="478"/>
        <pc:sldMkLst>
          <pc:docMk/>
          <pc:sldMk cId="0" sldId="267"/>
        </pc:sldMkLst>
        <pc:spChg chg="mod">
          <ac:chgData name="DANH TRANG" userId="5dd0a60266706734" providerId="LiveId" clId="{6F449A54-B90B-4CDA-8CAA-C5A26217E8DE}" dt="2026-07-22T00:52:18.040" v="73" actId="113"/>
          <ac:spMkLst>
            <pc:docMk/>
            <pc:sldMk cId="0" sldId="267"/>
            <ac:spMk id="3" creationId="{00000000-0000-0000-0000-000000000000}"/>
          </ac:spMkLst>
        </pc:spChg>
        <pc:spChg chg="mod">
          <ac:chgData name="DANH TRANG" userId="5dd0a60266706734" providerId="LiveId" clId="{6F449A54-B90B-4CDA-8CAA-C5A26217E8DE}" dt="2026-07-22T01:31:08.201" v="427" actId="207"/>
          <ac:spMkLst>
            <pc:docMk/>
            <pc:sldMk cId="0" sldId="267"/>
            <ac:spMk id="4" creationId="{00000000-0000-0000-0000-000000000000}"/>
          </ac:spMkLst>
        </pc:spChg>
        <pc:spChg chg="mod">
          <ac:chgData name="DANH TRANG" userId="5dd0a60266706734" providerId="LiveId" clId="{6F449A54-B90B-4CDA-8CAA-C5A26217E8DE}" dt="2026-07-22T01:31:08.201" v="427" actId="207"/>
          <ac:spMkLst>
            <pc:docMk/>
            <pc:sldMk cId="0" sldId="267"/>
            <ac:spMk id="6" creationId="{00000000-0000-0000-0000-000000000000}"/>
          </ac:spMkLst>
        </pc:spChg>
        <pc:spChg chg="mod">
          <ac:chgData name="DANH TRANG" userId="5dd0a60266706734" providerId="LiveId" clId="{6F449A54-B90B-4CDA-8CAA-C5A26217E8DE}" dt="2026-07-22T01:31:08.201" v="427" actId="207"/>
          <ac:spMkLst>
            <pc:docMk/>
            <pc:sldMk cId="0" sldId="267"/>
            <ac:spMk id="7" creationId="{00000000-0000-0000-0000-000000000000}"/>
          </ac:spMkLst>
        </pc:spChg>
        <pc:spChg chg="mod">
          <ac:chgData name="DANH TRANG" userId="5dd0a60266706734" providerId="LiveId" clId="{6F449A54-B90B-4CDA-8CAA-C5A26217E8DE}" dt="2026-07-22T01:31:08.201" v="427" actId="207"/>
          <ac:spMkLst>
            <pc:docMk/>
            <pc:sldMk cId="0" sldId="267"/>
            <ac:spMk id="8" creationId="{00000000-0000-0000-0000-000000000000}"/>
          </ac:spMkLst>
        </pc:spChg>
        <pc:spChg chg="mod">
          <ac:chgData name="DANH TRANG" userId="5dd0a60266706734" providerId="LiveId" clId="{6F449A54-B90B-4CDA-8CAA-C5A26217E8DE}" dt="2026-07-22T01:31:08.201" v="427" actId="207"/>
          <ac:spMkLst>
            <pc:docMk/>
            <pc:sldMk cId="0" sldId="267"/>
            <ac:spMk id="9" creationId="{00000000-0000-0000-0000-000000000000}"/>
          </ac:spMkLst>
        </pc:spChg>
        <pc:picChg chg="mod">
          <ac:chgData name="DANH TRANG" userId="5dd0a60266706734" providerId="LiveId" clId="{6F449A54-B90B-4CDA-8CAA-C5A26217E8DE}" dt="2026-07-22T00:52:55.240" v="80" actId="1076"/>
          <ac:picMkLst>
            <pc:docMk/>
            <pc:sldMk cId="0" sldId="267"/>
            <ac:picMk id="5" creationId="{00000000-0000-0000-0000-000000000000}"/>
          </ac:picMkLst>
        </pc:picChg>
        <pc:picChg chg="add del mod">
          <ac:chgData name="DANH TRANG" userId="5dd0a60266706734" providerId="LiveId" clId="{6F449A54-B90B-4CDA-8CAA-C5A26217E8DE}" dt="2026-07-23T02:43:10.085" v="532" actId="478"/>
          <ac:picMkLst>
            <pc:docMk/>
            <pc:sldMk cId="0" sldId="267"/>
            <ac:picMk id="16" creationId="{573BC044-1BC9-BCF9-DCAF-29B45CD21619}"/>
          </ac:picMkLst>
        </pc:picChg>
      </pc:sldChg>
      <pc:sldChg chg="addSp delSp modSp mod delAnim">
        <pc:chgData name="DANH TRANG" userId="5dd0a60266706734" providerId="LiveId" clId="{6F449A54-B90B-4CDA-8CAA-C5A26217E8DE}" dt="2026-07-23T02:43:07.618" v="531" actId="478"/>
        <pc:sldMkLst>
          <pc:docMk/>
          <pc:sldMk cId="0" sldId="268"/>
        </pc:sldMkLst>
        <pc:spChg chg="mod">
          <ac:chgData name="DANH TRANG" userId="5dd0a60266706734" providerId="LiveId" clId="{6F449A54-B90B-4CDA-8CAA-C5A26217E8DE}" dt="2026-07-22T00:53:03.093" v="81" actId="113"/>
          <ac:spMkLst>
            <pc:docMk/>
            <pc:sldMk cId="0" sldId="268"/>
            <ac:spMk id="3" creationId="{00000000-0000-0000-0000-000000000000}"/>
          </ac:spMkLst>
        </pc:spChg>
        <pc:spChg chg="mod">
          <ac:chgData name="DANH TRANG" userId="5dd0a60266706734" providerId="LiveId" clId="{6F449A54-B90B-4CDA-8CAA-C5A26217E8DE}" dt="2026-07-22T01:31:29.079" v="435" actId="1037"/>
          <ac:spMkLst>
            <pc:docMk/>
            <pc:sldMk cId="0" sldId="268"/>
            <ac:spMk id="5" creationId="{00000000-0000-0000-0000-000000000000}"/>
          </ac:spMkLst>
        </pc:spChg>
        <pc:spChg chg="mod">
          <ac:chgData name="DANH TRANG" userId="5dd0a60266706734" providerId="LiveId" clId="{6F449A54-B90B-4CDA-8CAA-C5A26217E8DE}" dt="2026-07-22T01:31:24.093" v="432" actId="1037"/>
          <ac:spMkLst>
            <pc:docMk/>
            <pc:sldMk cId="0" sldId="268"/>
            <ac:spMk id="6" creationId="{00000000-0000-0000-0000-000000000000}"/>
          </ac:spMkLst>
        </pc:spChg>
        <pc:spChg chg="mod">
          <ac:chgData name="DANH TRANG" userId="5dd0a60266706734" providerId="LiveId" clId="{6F449A54-B90B-4CDA-8CAA-C5A26217E8DE}" dt="2026-07-22T01:31:17.095" v="428" actId="2711"/>
          <ac:spMkLst>
            <pc:docMk/>
            <pc:sldMk cId="0" sldId="268"/>
            <ac:spMk id="7" creationId="{00000000-0000-0000-0000-000000000000}"/>
          </ac:spMkLst>
        </pc:spChg>
        <pc:spChg chg="mod">
          <ac:chgData name="DANH TRANG" userId="5dd0a60266706734" providerId="LiveId" clId="{6F449A54-B90B-4CDA-8CAA-C5A26217E8DE}" dt="2026-07-22T01:31:17.095" v="428" actId="2711"/>
          <ac:spMkLst>
            <pc:docMk/>
            <pc:sldMk cId="0" sldId="268"/>
            <ac:spMk id="8" creationId="{00000000-0000-0000-0000-000000000000}"/>
          </ac:spMkLst>
        </pc:spChg>
        <pc:picChg chg="mod">
          <ac:chgData name="DANH TRANG" userId="5dd0a60266706734" providerId="LiveId" clId="{6F449A54-B90B-4CDA-8CAA-C5A26217E8DE}" dt="2026-07-22T00:55:11.184" v="115" actId="14100"/>
          <ac:picMkLst>
            <pc:docMk/>
            <pc:sldMk cId="0" sldId="268"/>
            <ac:picMk id="4" creationId="{00000000-0000-0000-0000-000000000000}"/>
          </ac:picMkLst>
        </pc:picChg>
        <pc:picChg chg="add del mod">
          <ac:chgData name="DANH TRANG" userId="5dd0a60266706734" providerId="LiveId" clId="{6F449A54-B90B-4CDA-8CAA-C5A26217E8DE}" dt="2026-07-23T02:43:07.618" v="531" actId="478"/>
          <ac:picMkLst>
            <pc:docMk/>
            <pc:sldMk cId="0" sldId="268"/>
            <ac:picMk id="15" creationId="{A50F18AB-8A21-39E7-C526-2D49305247CC}"/>
          </ac:picMkLst>
        </pc:picChg>
      </pc:sldChg>
      <pc:sldChg chg="addSp delSp modSp mod delAnim">
        <pc:chgData name="DANH TRANG" userId="5dd0a60266706734" providerId="LiveId" clId="{6F449A54-B90B-4CDA-8CAA-C5A26217E8DE}" dt="2026-07-23T02:43:05.240" v="530" actId="478"/>
        <pc:sldMkLst>
          <pc:docMk/>
          <pc:sldMk cId="0" sldId="269"/>
        </pc:sldMkLst>
        <pc:spChg chg="mod">
          <ac:chgData name="DANH TRANG" userId="5dd0a60266706734" providerId="LiveId" clId="{6F449A54-B90B-4CDA-8CAA-C5A26217E8DE}" dt="2026-07-22T01:11:21.513" v="312" actId="26606"/>
          <ac:spMkLst>
            <pc:docMk/>
            <pc:sldMk cId="0" sldId="269"/>
            <ac:spMk id="2" creationId="{00000000-0000-0000-0000-000000000000}"/>
          </ac:spMkLst>
        </pc:spChg>
        <pc:spChg chg="mod">
          <ac:chgData name="DANH TRANG" userId="5dd0a60266706734" providerId="LiveId" clId="{6F449A54-B90B-4CDA-8CAA-C5A26217E8DE}" dt="2026-07-22T01:31:39.667" v="437" actId="2711"/>
          <ac:spMkLst>
            <pc:docMk/>
            <pc:sldMk cId="0" sldId="269"/>
            <ac:spMk id="4" creationId="{00000000-0000-0000-0000-000000000000}"/>
          </ac:spMkLst>
        </pc:spChg>
        <pc:spChg chg="mod">
          <ac:chgData name="DANH TRANG" userId="5dd0a60266706734" providerId="LiveId" clId="{6F449A54-B90B-4CDA-8CAA-C5A26217E8DE}" dt="2026-07-22T01:31:39.667" v="437" actId="2711"/>
          <ac:spMkLst>
            <pc:docMk/>
            <pc:sldMk cId="0" sldId="269"/>
            <ac:spMk id="5" creationId="{00000000-0000-0000-0000-000000000000}"/>
          </ac:spMkLst>
        </pc:spChg>
        <pc:spChg chg="mod">
          <ac:chgData name="DANH TRANG" userId="5dd0a60266706734" providerId="LiveId" clId="{6F449A54-B90B-4CDA-8CAA-C5A26217E8DE}" dt="2026-07-22T01:31:39.667" v="437" actId="2711"/>
          <ac:spMkLst>
            <pc:docMk/>
            <pc:sldMk cId="0" sldId="269"/>
            <ac:spMk id="6" creationId="{00000000-0000-0000-0000-000000000000}"/>
          </ac:spMkLst>
        </pc:spChg>
        <pc:picChg chg="mod">
          <ac:chgData name="DANH TRANG" userId="5dd0a60266706734" providerId="LiveId" clId="{6F449A54-B90B-4CDA-8CAA-C5A26217E8DE}" dt="2026-07-22T00:55:03.799" v="114" actId="1038"/>
          <ac:picMkLst>
            <pc:docMk/>
            <pc:sldMk cId="0" sldId="269"/>
            <ac:picMk id="3" creationId="{00000000-0000-0000-0000-000000000000}"/>
          </ac:picMkLst>
        </pc:picChg>
        <pc:picChg chg="add del mod">
          <ac:chgData name="DANH TRANG" userId="5dd0a60266706734" providerId="LiveId" clId="{6F449A54-B90B-4CDA-8CAA-C5A26217E8DE}" dt="2026-07-23T02:43:05.240" v="530" actId="478"/>
          <ac:picMkLst>
            <pc:docMk/>
            <pc:sldMk cId="0" sldId="269"/>
            <ac:picMk id="12" creationId="{3D106FA3-590B-6885-C2CB-6E7EDDAD01EA}"/>
          </ac:picMkLst>
        </pc:picChg>
      </pc:sldChg>
      <pc:sldChg chg="addSp delSp modSp mod delAnim">
        <pc:chgData name="DANH TRANG" userId="5dd0a60266706734" providerId="LiveId" clId="{6F449A54-B90B-4CDA-8CAA-C5A26217E8DE}" dt="2026-07-23T02:43:02.762" v="529" actId="478"/>
        <pc:sldMkLst>
          <pc:docMk/>
          <pc:sldMk cId="0" sldId="270"/>
        </pc:sldMkLst>
        <pc:spChg chg="mod">
          <ac:chgData name="DANH TRANG" userId="5dd0a60266706734" providerId="LiveId" clId="{6F449A54-B90B-4CDA-8CAA-C5A26217E8DE}" dt="2026-07-22T00:55:22.532" v="116" actId="113"/>
          <ac:spMkLst>
            <pc:docMk/>
            <pc:sldMk cId="0" sldId="270"/>
            <ac:spMk id="3" creationId="{00000000-0000-0000-0000-000000000000}"/>
          </ac:spMkLst>
        </pc:spChg>
        <pc:spChg chg="mod">
          <ac:chgData name="DANH TRANG" userId="5dd0a60266706734" providerId="LiveId" clId="{6F449A54-B90B-4CDA-8CAA-C5A26217E8DE}" dt="2026-07-22T01:31:53.182" v="439" actId="207"/>
          <ac:spMkLst>
            <pc:docMk/>
            <pc:sldMk cId="0" sldId="270"/>
            <ac:spMk id="5" creationId="{00000000-0000-0000-0000-000000000000}"/>
          </ac:spMkLst>
        </pc:spChg>
        <pc:spChg chg="mod">
          <ac:chgData name="DANH TRANG" userId="5dd0a60266706734" providerId="LiveId" clId="{6F449A54-B90B-4CDA-8CAA-C5A26217E8DE}" dt="2026-07-22T01:31:53.182" v="439" actId="207"/>
          <ac:spMkLst>
            <pc:docMk/>
            <pc:sldMk cId="0" sldId="270"/>
            <ac:spMk id="6" creationId="{00000000-0000-0000-0000-000000000000}"/>
          </ac:spMkLst>
        </pc:spChg>
        <pc:spChg chg="mod">
          <ac:chgData name="DANH TRANG" userId="5dd0a60266706734" providerId="LiveId" clId="{6F449A54-B90B-4CDA-8CAA-C5A26217E8DE}" dt="2026-07-22T01:31:53.182" v="439" actId="207"/>
          <ac:spMkLst>
            <pc:docMk/>
            <pc:sldMk cId="0" sldId="270"/>
            <ac:spMk id="7" creationId="{00000000-0000-0000-0000-000000000000}"/>
          </ac:spMkLst>
        </pc:spChg>
        <pc:picChg chg="mod">
          <ac:chgData name="DANH TRANG" userId="5dd0a60266706734" providerId="LiveId" clId="{6F449A54-B90B-4CDA-8CAA-C5A26217E8DE}" dt="2026-07-22T00:55:44" v="119" actId="1076"/>
          <ac:picMkLst>
            <pc:docMk/>
            <pc:sldMk cId="0" sldId="270"/>
            <ac:picMk id="4" creationId="{00000000-0000-0000-0000-000000000000}"/>
          </ac:picMkLst>
        </pc:picChg>
        <pc:picChg chg="add del mod">
          <ac:chgData name="DANH TRANG" userId="5dd0a60266706734" providerId="LiveId" clId="{6F449A54-B90B-4CDA-8CAA-C5A26217E8DE}" dt="2026-07-23T02:43:02.762" v="529" actId="478"/>
          <ac:picMkLst>
            <pc:docMk/>
            <pc:sldMk cId="0" sldId="270"/>
            <ac:picMk id="13" creationId="{E3285F36-A6D9-3FEB-834C-C993DFDC619E}"/>
          </ac:picMkLst>
        </pc:picChg>
      </pc:sldChg>
      <pc:sldChg chg="addSp delSp modSp mod delAnim">
        <pc:chgData name="DANH TRANG" userId="5dd0a60266706734" providerId="LiveId" clId="{6F449A54-B90B-4CDA-8CAA-C5A26217E8DE}" dt="2026-07-23T02:43:00.417" v="528" actId="478"/>
        <pc:sldMkLst>
          <pc:docMk/>
          <pc:sldMk cId="0" sldId="271"/>
        </pc:sldMkLst>
        <pc:spChg chg="mod">
          <ac:chgData name="DANH TRANG" userId="5dd0a60266706734" providerId="LiveId" clId="{6F449A54-B90B-4CDA-8CAA-C5A26217E8DE}" dt="2026-07-22T01:11:21.513" v="312" actId="26606"/>
          <ac:spMkLst>
            <pc:docMk/>
            <pc:sldMk cId="0" sldId="271"/>
            <ac:spMk id="2" creationId="{00000000-0000-0000-0000-000000000000}"/>
          </ac:spMkLst>
        </pc:spChg>
        <pc:spChg chg="mod">
          <ac:chgData name="DANH TRANG" userId="5dd0a60266706734" providerId="LiveId" clId="{6F449A54-B90B-4CDA-8CAA-C5A26217E8DE}" dt="2026-07-22T01:32:05.231" v="441" actId="207"/>
          <ac:spMkLst>
            <pc:docMk/>
            <pc:sldMk cId="0" sldId="271"/>
            <ac:spMk id="4" creationId="{00000000-0000-0000-0000-000000000000}"/>
          </ac:spMkLst>
        </pc:spChg>
        <pc:spChg chg="mod">
          <ac:chgData name="DANH TRANG" userId="5dd0a60266706734" providerId="LiveId" clId="{6F449A54-B90B-4CDA-8CAA-C5A26217E8DE}" dt="2026-07-22T01:32:05.231" v="441" actId="207"/>
          <ac:spMkLst>
            <pc:docMk/>
            <pc:sldMk cId="0" sldId="271"/>
            <ac:spMk id="5" creationId="{00000000-0000-0000-0000-000000000000}"/>
          </ac:spMkLst>
        </pc:spChg>
        <pc:spChg chg="mod">
          <ac:chgData name="DANH TRANG" userId="5dd0a60266706734" providerId="LiveId" clId="{6F449A54-B90B-4CDA-8CAA-C5A26217E8DE}" dt="2026-07-22T01:32:05.231" v="441" actId="207"/>
          <ac:spMkLst>
            <pc:docMk/>
            <pc:sldMk cId="0" sldId="271"/>
            <ac:spMk id="6" creationId="{00000000-0000-0000-0000-000000000000}"/>
          </ac:spMkLst>
        </pc:spChg>
        <pc:picChg chg="mod">
          <ac:chgData name="DANH TRANG" userId="5dd0a60266706734" providerId="LiveId" clId="{6F449A54-B90B-4CDA-8CAA-C5A26217E8DE}" dt="2026-07-22T00:56:21.139" v="146" actId="1038"/>
          <ac:picMkLst>
            <pc:docMk/>
            <pc:sldMk cId="0" sldId="271"/>
            <ac:picMk id="3" creationId="{00000000-0000-0000-0000-000000000000}"/>
          </ac:picMkLst>
        </pc:picChg>
        <pc:picChg chg="add del mod">
          <ac:chgData name="DANH TRANG" userId="5dd0a60266706734" providerId="LiveId" clId="{6F449A54-B90B-4CDA-8CAA-C5A26217E8DE}" dt="2026-07-23T02:43:00.417" v="528" actId="478"/>
          <ac:picMkLst>
            <pc:docMk/>
            <pc:sldMk cId="0" sldId="271"/>
            <ac:picMk id="12" creationId="{2A68012B-31D6-D108-4A10-2214AE2A66B5}"/>
          </ac:picMkLst>
        </pc:picChg>
      </pc:sldChg>
      <pc:sldChg chg="addSp delSp modSp mod delAnim">
        <pc:chgData name="DANH TRANG" userId="5dd0a60266706734" providerId="LiveId" clId="{6F449A54-B90B-4CDA-8CAA-C5A26217E8DE}" dt="2026-07-23T02:42:58.479" v="527" actId="478"/>
        <pc:sldMkLst>
          <pc:docMk/>
          <pc:sldMk cId="0" sldId="272"/>
        </pc:sldMkLst>
        <pc:spChg chg="mod">
          <ac:chgData name="DANH TRANG" userId="5dd0a60266706734" providerId="LiveId" clId="{6F449A54-B90B-4CDA-8CAA-C5A26217E8DE}" dt="2026-07-22T00:59:00.723" v="168" actId="113"/>
          <ac:spMkLst>
            <pc:docMk/>
            <pc:sldMk cId="0" sldId="272"/>
            <ac:spMk id="3" creationId="{00000000-0000-0000-0000-000000000000}"/>
          </ac:spMkLst>
        </pc:spChg>
        <pc:spChg chg="mod">
          <ac:chgData name="DANH TRANG" userId="5dd0a60266706734" providerId="LiveId" clId="{6F449A54-B90B-4CDA-8CAA-C5A26217E8DE}" dt="2026-07-22T01:32:19.812" v="448" actId="207"/>
          <ac:spMkLst>
            <pc:docMk/>
            <pc:sldMk cId="0" sldId="272"/>
            <ac:spMk id="5" creationId="{00000000-0000-0000-0000-000000000000}"/>
          </ac:spMkLst>
        </pc:spChg>
        <pc:spChg chg="mod">
          <ac:chgData name="DANH TRANG" userId="5dd0a60266706734" providerId="LiveId" clId="{6F449A54-B90B-4CDA-8CAA-C5A26217E8DE}" dt="2026-07-22T01:32:19.812" v="448" actId="207"/>
          <ac:spMkLst>
            <pc:docMk/>
            <pc:sldMk cId="0" sldId="272"/>
            <ac:spMk id="6" creationId="{00000000-0000-0000-0000-000000000000}"/>
          </ac:spMkLst>
        </pc:spChg>
        <pc:spChg chg="mod">
          <ac:chgData name="DANH TRANG" userId="5dd0a60266706734" providerId="LiveId" clId="{6F449A54-B90B-4CDA-8CAA-C5A26217E8DE}" dt="2026-07-22T01:32:19.812" v="448" actId="207"/>
          <ac:spMkLst>
            <pc:docMk/>
            <pc:sldMk cId="0" sldId="272"/>
            <ac:spMk id="7" creationId="{00000000-0000-0000-0000-000000000000}"/>
          </ac:spMkLst>
        </pc:spChg>
        <pc:picChg chg="mod">
          <ac:chgData name="DANH TRANG" userId="5dd0a60266706734" providerId="LiveId" clId="{6F449A54-B90B-4CDA-8CAA-C5A26217E8DE}" dt="2026-07-22T00:59:39.787" v="178" actId="1076"/>
          <ac:picMkLst>
            <pc:docMk/>
            <pc:sldMk cId="0" sldId="272"/>
            <ac:picMk id="4" creationId="{00000000-0000-0000-0000-000000000000}"/>
          </ac:picMkLst>
        </pc:picChg>
        <pc:picChg chg="add del mod">
          <ac:chgData name="DANH TRANG" userId="5dd0a60266706734" providerId="LiveId" clId="{6F449A54-B90B-4CDA-8CAA-C5A26217E8DE}" dt="2026-07-23T02:42:58.479" v="527" actId="478"/>
          <ac:picMkLst>
            <pc:docMk/>
            <pc:sldMk cId="0" sldId="272"/>
            <ac:picMk id="13" creationId="{4F2E7BC6-9828-60B3-85C1-60CD5BDFBD31}"/>
          </ac:picMkLst>
        </pc:picChg>
      </pc:sldChg>
      <pc:sldChg chg="addSp delSp modSp mod delAnim">
        <pc:chgData name="DANH TRANG" userId="5dd0a60266706734" providerId="LiveId" clId="{6F449A54-B90B-4CDA-8CAA-C5A26217E8DE}" dt="2026-07-23T02:42:56.558" v="526" actId="478"/>
        <pc:sldMkLst>
          <pc:docMk/>
          <pc:sldMk cId="0" sldId="273"/>
        </pc:sldMkLst>
        <pc:spChg chg="mod">
          <ac:chgData name="DANH TRANG" userId="5dd0a60266706734" providerId="LiveId" clId="{6F449A54-B90B-4CDA-8CAA-C5A26217E8DE}" dt="2026-07-22T01:00:56.739" v="216" actId="113"/>
          <ac:spMkLst>
            <pc:docMk/>
            <pc:sldMk cId="0" sldId="273"/>
            <ac:spMk id="2" creationId="{00000000-0000-0000-0000-000000000000}"/>
          </ac:spMkLst>
        </pc:spChg>
        <pc:spChg chg="mod">
          <ac:chgData name="DANH TRANG" userId="5dd0a60266706734" providerId="LiveId" clId="{6F449A54-B90B-4CDA-8CAA-C5A26217E8DE}" dt="2026-07-22T01:32:31.234" v="450" actId="207"/>
          <ac:spMkLst>
            <pc:docMk/>
            <pc:sldMk cId="0" sldId="273"/>
            <ac:spMk id="4" creationId="{00000000-0000-0000-0000-000000000000}"/>
          </ac:spMkLst>
        </pc:spChg>
        <pc:spChg chg="mod">
          <ac:chgData name="DANH TRANG" userId="5dd0a60266706734" providerId="LiveId" clId="{6F449A54-B90B-4CDA-8CAA-C5A26217E8DE}" dt="2026-07-22T01:32:31.234" v="450" actId="207"/>
          <ac:spMkLst>
            <pc:docMk/>
            <pc:sldMk cId="0" sldId="273"/>
            <ac:spMk id="5" creationId="{00000000-0000-0000-0000-000000000000}"/>
          </ac:spMkLst>
        </pc:spChg>
        <pc:spChg chg="mod">
          <ac:chgData name="DANH TRANG" userId="5dd0a60266706734" providerId="LiveId" clId="{6F449A54-B90B-4CDA-8CAA-C5A26217E8DE}" dt="2026-07-22T01:32:31.234" v="450" actId="207"/>
          <ac:spMkLst>
            <pc:docMk/>
            <pc:sldMk cId="0" sldId="273"/>
            <ac:spMk id="6" creationId="{00000000-0000-0000-0000-000000000000}"/>
          </ac:spMkLst>
        </pc:spChg>
        <pc:picChg chg="mod">
          <ac:chgData name="DANH TRANG" userId="5dd0a60266706734" providerId="LiveId" clId="{6F449A54-B90B-4CDA-8CAA-C5A26217E8DE}" dt="2026-07-22T01:00:46.437" v="215" actId="1038"/>
          <ac:picMkLst>
            <pc:docMk/>
            <pc:sldMk cId="0" sldId="273"/>
            <ac:picMk id="3" creationId="{00000000-0000-0000-0000-000000000000}"/>
          </ac:picMkLst>
        </pc:picChg>
        <pc:picChg chg="add del mod">
          <ac:chgData name="DANH TRANG" userId="5dd0a60266706734" providerId="LiveId" clId="{6F449A54-B90B-4CDA-8CAA-C5A26217E8DE}" dt="2026-07-23T02:42:56.558" v="526" actId="478"/>
          <ac:picMkLst>
            <pc:docMk/>
            <pc:sldMk cId="0" sldId="273"/>
            <ac:picMk id="12" creationId="{9872FA9A-7A94-C973-16CE-B002C5EE4A92}"/>
          </ac:picMkLst>
        </pc:picChg>
      </pc:sldChg>
      <pc:sldChg chg="addSp delSp modSp mod delAnim">
        <pc:chgData name="DANH TRANG" userId="5dd0a60266706734" providerId="LiveId" clId="{6F449A54-B90B-4CDA-8CAA-C5A26217E8DE}" dt="2026-07-23T02:42:53.601" v="525" actId="478"/>
        <pc:sldMkLst>
          <pc:docMk/>
          <pc:sldMk cId="0" sldId="274"/>
        </pc:sldMkLst>
        <pc:spChg chg="mod">
          <ac:chgData name="DANH TRANG" userId="5dd0a60266706734" providerId="LiveId" clId="{6F449A54-B90B-4CDA-8CAA-C5A26217E8DE}" dt="2026-07-22T01:01:07.091" v="217" actId="113"/>
          <ac:spMkLst>
            <pc:docMk/>
            <pc:sldMk cId="0" sldId="274"/>
            <ac:spMk id="3" creationId="{00000000-0000-0000-0000-000000000000}"/>
          </ac:spMkLst>
        </pc:spChg>
        <pc:spChg chg="mod">
          <ac:chgData name="DANH TRANG" userId="5dd0a60266706734" providerId="LiveId" clId="{6F449A54-B90B-4CDA-8CAA-C5A26217E8DE}" dt="2026-07-22T01:32:38.985" v="452" actId="207"/>
          <ac:spMkLst>
            <pc:docMk/>
            <pc:sldMk cId="0" sldId="274"/>
            <ac:spMk id="5" creationId="{00000000-0000-0000-0000-000000000000}"/>
          </ac:spMkLst>
        </pc:spChg>
        <pc:spChg chg="mod">
          <ac:chgData name="DANH TRANG" userId="5dd0a60266706734" providerId="LiveId" clId="{6F449A54-B90B-4CDA-8CAA-C5A26217E8DE}" dt="2026-07-22T01:32:38.985" v="452" actId="207"/>
          <ac:spMkLst>
            <pc:docMk/>
            <pc:sldMk cId="0" sldId="274"/>
            <ac:spMk id="6" creationId="{00000000-0000-0000-0000-000000000000}"/>
          </ac:spMkLst>
        </pc:spChg>
        <pc:spChg chg="mod">
          <ac:chgData name="DANH TRANG" userId="5dd0a60266706734" providerId="LiveId" clId="{6F449A54-B90B-4CDA-8CAA-C5A26217E8DE}" dt="2026-07-22T01:32:38.985" v="452" actId="207"/>
          <ac:spMkLst>
            <pc:docMk/>
            <pc:sldMk cId="0" sldId="274"/>
            <ac:spMk id="7" creationId="{00000000-0000-0000-0000-000000000000}"/>
          </ac:spMkLst>
        </pc:spChg>
        <pc:picChg chg="mod">
          <ac:chgData name="DANH TRANG" userId="5dd0a60266706734" providerId="LiveId" clId="{6F449A54-B90B-4CDA-8CAA-C5A26217E8DE}" dt="2026-07-22T01:00:40.021" v="183" actId="14100"/>
          <ac:picMkLst>
            <pc:docMk/>
            <pc:sldMk cId="0" sldId="274"/>
            <ac:picMk id="4" creationId="{00000000-0000-0000-0000-000000000000}"/>
          </ac:picMkLst>
        </pc:picChg>
        <pc:picChg chg="add del mod">
          <ac:chgData name="DANH TRANG" userId="5dd0a60266706734" providerId="LiveId" clId="{6F449A54-B90B-4CDA-8CAA-C5A26217E8DE}" dt="2026-07-23T02:42:53.601" v="525" actId="478"/>
          <ac:picMkLst>
            <pc:docMk/>
            <pc:sldMk cId="0" sldId="274"/>
            <ac:picMk id="13" creationId="{CA6F347D-1697-4A62-CB9F-3F96DEDEBCF0}"/>
          </ac:picMkLst>
        </pc:picChg>
      </pc:sldChg>
      <pc:sldChg chg="addSp delSp modSp mod delAnim">
        <pc:chgData name="DANH TRANG" userId="5dd0a60266706734" providerId="LiveId" clId="{6F449A54-B90B-4CDA-8CAA-C5A26217E8DE}" dt="2026-07-23T02:42:51.592" v="524" actId="478"/>
        <pc:sldMkLst>
          <pc:docMk/>
          <pc:sldMk cId="0" sldId="275"/>
        </pc:sldMkLst>
        <pc:spChg chg="mod">
          <ac:chgData name="DANH TRANG" userId="5dd0a60266706734" providerId="LiveId" clId="{6F449A54-B90B-4CDA-8CAA-C5A26217E8DE}" dt="2026-07-22T01:07:16.911" v="223" actId="113"/>
          <ac:spMkLst>
            <pc:docMk/>
            <pc:sldMk cId="0" sldId="275"/>
            <ac:spMk id="5" creationId="{00000000-0000-0000-0000-000000000000}"/>
          </ac:spMkLst>
        </pc:spChg>
        <pc:spChg chg="mod">
          <ac:chgData name="DANH TRANG" userId="5dd0a60266706734" providerId="LiveId" clId="{6F449A54-B90B-4CDA-8CAA-C5A26217E8DE}" dt="2026-07-22T01:32:49.917" v="453" actId="2711"/>
          <ac:spMkLst>
            <pc:docMk/>
            <pc:sldMk cId="0" sldId="275"/>
            <ac:spMk id="7" creationId="{00000000-0000-0000-0000-000000000000}"/>
          </ac:spMkLst>
        </pc:spChg>
        <pc:spChg chg="mod">
          <ac:chgData name="DANH TRANG" userId="5dd0a60266706734" providerId="LiveId" clId="{6F449A54-B90B-4CDA-8CAA-C5A26217E8DE}" dt="2026-07-22T01:32:49.917" v="453" actId="2711"/>
          <ac:spMkLst>
            <pc:docMk/>
            <pc:sldMk cId="0" sldId="275"/>
            <ac:spMk id="8" creationId="{00000000-0000-0000-0000-000000000000}"/>
          </ac:spMkLst>
        </pc:spChg>
        <pc:spChg chg="mod">
          <ac:chgData name="DANH TRANG" userId="5dd0a60266706734" providerId="LiveId" clId="{6F449A54-B90B-4CDA-8CAA-C5A26217E8DE}" dt="2026-07-22T01:32:49.917" v="453" actId="2711"/>
          <ac:spMkLst>
            <pc:docMk/>
            <pc:sldMk cId="0" sldId="275"/>
            <ac:spMk id="10" creationId="{00000000-0000-0000-0000-000000000000}"/>
          </ac:spMkLst>
        </pc:spChg>
        <pc:spChg chg="mod">
          <ac:chgData name="DANH TRANG" userId="5dd0a60266706734" providerId="LiveId" clId="{6F449A54-B90B-4CDA-8CAA-C5A26217E8DE}" dt="2026-07-22T01:32:49.917" v="453" actId="2711"/>
          <ac:spMkLst>
            <pc:docMk/>
            <pc:sldMk cId="0" sldId="275"/>
            <ac:spMk id="11" creationId="{00000000-0000-0000-0000-000000000000}"/>
          </ac:spMkLst>
        </pc:spChg>
        <pc:spChg chg="mod">
          <ac:chgData name="DANH TRANG" userId="5dd0a60266706734" providerId="LiveId" clId="{6F449A54-B90B-4CDA-8CAA-C5A26217E8DE}" dt="2026-07-22T01:32:49.917" v="453" actId="2711"/>
          <ac:spMkLst>
            <pc:docMk/>
            <pc:sldMk cId="0" sldId="275"/>
            <ac:spMk id="13" creationId="{00000000-0000-0000-0000-000000000000}"/>
          </ac:spMkLst>
        </pc:spChg>
        <pc:spChg chg="mod">
          <ac:chgData name="DANH TRANG" userId="5dd0a60266706734" providerId="LiveId" clId="{6F449A54-B90B-4CDA-8CAA-C5A26217E8DE}" dt="2026-07-22T01:32:49.917" v="453" actId="2711"/>
          <ac:spMkLst>
            <pc:docMk/>
            <pc:sldMk cId="0" sldId="275"/>
            <ac:spMk id="14" creationId="{00000000-0000-0000-0000-000000000000}"/>
          </ac:spMkLst>
        </pc:spChg>
        <pc:picChg chg="mod">
          <ac:chgData name="DANH TRANG" userId="5dd0a60266706734" providerId="LiveId" clId="{6F449A54-B90B-4CDA-8CAA-C5A26217E8DE}" dt="2026-07-22T01:11:21.513" v="312" actId="26606"/>
          <ac:picMkLst>
            <pc:docMk/>
            <pc:sldMk cId="0" sldId="275"/>
            <ac:picMk id="6" creationId="{00000000-0000-0000-0000-000000000000}"/>
          </ac:picMkLst>
        </pc:picChg>
        <pc:picChg chg="mod">
          <ac:chgData name="DANH TRANG" userId="5dd0a60266706734" providerId="LiveId" clId="{6F449A54-B90B-4CDA-8CAA-C5A26217E8DE}" dt="2026-07-22T01:11:21.513" v="312" actId="26606"/>
          <ac:picMkLst>
            <pc:docMk/>
            <pc:sldMk cId="0" sldId="275"/>
            <ac:picMk id="9" creationId="{00000000-0000-0000-0000-000000000000}"/>
          </ac:picMkLst>
        </pc:picChg>
        <pc:picChg chg="mod">
          <ac:chgData name="DANH TRANG" userId="5dd0a60266706734" providerId="LiveId" clId="{6F449A54-B90B-4CDA-8CAA-C5A26217E8DE}" dt="2026-07-22T01:11:21.513" v="312" actId="26606"/>
          <ac:picMkLst>
            <pc:docMk/>
            <pc:sldMk cId="0" sldId="275"/>
            <ac:picMk id="12" creationId="{00000000-0000-0000-0000-000000000000}"/>
          </ac:picMkLst>
        </pc:picChg>
        <pc:picChg chg="mod">
          <ac:chgData name="DANH TRANG" userId="5dd0a60266706734" providerId="LiveId" clId="{6F449A54-B90B-4CDA-8CAA-C5A26217E8DE}" dt="2026-07-22T01:11:21.513" v="312" actId="26606"/>
          <ac:picMkLst>
            <pc:docMk/>
            <pc:sldMk cId="0" sldId="275"/>
            <ac:picMk id="15" creationId="{00000000-0000-0000-0000-000000000000}"/>
          </ac:picMkLst>
        </pc:picChg>
        <pc:picChg chg="mod">
          <ac:chgData name="DANH TRANG" userId="5dd0a60266706734" providerId="LiveId" clId="{6F449A54-B90B-4CDA-8CAA-C5A26217E8DE}" dt="2026-07-22T01:11:21.513" v="312" actId="26606"/>
          <ac:picMkLst>
            <pc:docMk/>
            <pc:sldMk cId="0" sldId="275"/>
            <ac:picMk id="16" creationId="{00000000-0000-0000-0000-000000000000}"/>
          </ac:picMkLst>
        </pc:picChg>
        <pc:picChg chg="mod">
          <ac:chgData name="DANH TRANG" userId="5dd0a60266706734" providerId="LiveId" clId="{6F449A54-B90B-4CDA-8CAA-C5A26217E8DE}" dt="2026-07-22T01:11:21.513" v="312" actId="26606"/>
          <ac:picMkLst>
            <pc:docMk/>
            <pc:sldMk cId="0" sldId="275"/>
            <ac:picMk id="17" creationId="{00000000-0000-0000-0000-000000000000}"/>
          </ac:picMkLst>
        </pc:picChg>
        <pc:picChg chg="add del mod">
          <ac:chgData name="DANH TRANG" userId="5dd0a60266706734" providerId="LiveId" clId="{6F449A54-B90B-4CDA-8CAA-C5A26217E8DE}" dt="2026-07-23T02:42:51.592" v="524" actId="478"/>
          <ac:picMkLst>
            <pc:docMk/>
            <pc:sldMk cId="0" sldId="275"/>
            <ac:picMk id="20" creationId="{4CB2EB62-4888-4C42-F355-96CA94EACCCA}"/>
          </ac:picMkLst>
        </pc:picChg>
      </pc:sldChg>
      <pc:sldChg chg="addSp delSp modSp mod delAnim">
        <pc:chgData name="DANH TRANG" userId="5dd0a60266706734" providerId="LiveId" clId="{6F449A54-B90B-4CDA-8CAA-C5A26217E8DE}" dt="2026-07-23T02:42:49.165" v="523" actId="478"/>
        <pc:sldMkLst>
          <pc:docMk/>
          <pc:sldMk cId="0" sldId="276"/>
        </pc:sldMkLst>
        <pc:spChg chg="mod">
          <ac:chgData name="DANH TRANG" userId="5dd0a60266706734" providerId="LiveId" clId="{6F449A54-B90B-4CDA-8CAA-C5A26217E8DE}" dt="2026-07-22T01:07:20.249" v="224" actId="113"/>
          <ac:spMkLst>
            <pc:docMk/>
            <pc:sldMk cId="0" sldId="276"/>
            <ac:spMk id="5" creationId="{00000000-0000-0000-0000-000000000000}"/>
          </ac:spMkLst>
        </pc:spChg>
        <pc:spChg chg="mod">
          <ac:chgData name="DANH TRANG" userId="5dd0a60266706734" providerId="LiveId" clId="{6F449A54-B90B-4CDA-8CAA-C5A26217E8DE}" dt="2026-07-22T01:32:58.297" v="454" actId="2711"/>
          <ac:spMkLst>
            <pc:docMk/>
            <pc:sldMk cId="0" sldId="276"/>
            <ac:spMk id="7" creationId="{00000000-0000-0000-0000-000000000000}"/>
          </ac:spMkLst>
        </pc:spChg>
        <pc:spChg chg="mod">
          <ac:chgData name="DANH TRANG" userId="5dd0a60266706734" providerId="LiveId" clId="{6F449A54-B90B-4CDA-8CAA-C5A26217E8DE}" dt="2026-07-22T01:32:58.297" v="454" actId="2711"/>
          <ac:spMkLst>
            <pc:docMk/>
            <pc:sldMk cId="0" sldId="276"/>
            <ac:spMk id="8" creationId="{00000000-0000-0000-0000-000000000000}"/>
          </ac:spMkLst>
        </pc:spChg>
        <pc:spChg chg="mod">
          <ac:chgData name="DANH TRANG" userId="5dd0a60266706734" providerId="LiveId" clId="{6F449A54-B90B-4CDA-8CAA-C5A26217E8DE}" dt="2026-07-22T01:32:58.297" v="454" actId="2711"/>
          <ac:spMkLst>
            <pc:docMk/>
            <pc:sldMk cId="0" sldId="276"/>
            <ac:spMk id="10" creationId="{00000000-0000-0000-0000-000000000000}"/>
          </ac:spMkLst>
        </pc:spChg>
        <pc:spChg chg="mod">
          <ac:chgData name="DANH TRANG" userId="5dd0a60266706734" providerId="LiveId" clId="{6F449A54-B90B-4CDA-8CAA-C5A26217E8DE}" dt="2026-07-22T01:32:58.297" v="454" actId="2711"/>
          <ac:spMkLst>
            <pc:docMk/>
            <pc:sldMk cId="0" sldId="276"/>
            <ac:spMk id="11" creationId="{00000000-0000-0000-0000-000000000000}"/>
          </ac:spMkLst>
        </pc:spChg>
        <pc:spChg chg="mod">
          <ac:chgData name="DANH TRANG" userId="5dd0a60266706734" providerId="LiveId" clId="{6F449A54-B90B-4CDA-8CAA-C5A26217E8DE}" dt="2026-07-22T01:32:58.297" v="454" actId="2711"/>
          <ac:spMkLst>
            <pc:docMk/>
            <pc:sldMk cId="0" sldId="276"/>
            <ac:spMk id="13" creationId="{00000000-0000-0000-0000-000000000000}"/>
          </ac:spMkLst>
        </pc:spChg>
        <pc:spChg chg="mod">
          <ac:chgData name="DANH TRANG" userId="5dd0a60266706734" providerId="LiveId" clId="{6F449A54-B90B-4CDA-8CAA-C5A26217E8DE}" dt="2026-07-22T01:32:58.297" v="454" actId="2711"/>
          <ac:spMkLst>
            <pc:docMk/>
            <pc:sldMk cId="0" sldId="276"/>
            <ac:spMk id="14" creationId="{00000000-0000-0000-0000-000000000000}"/>
          </ac:spMkLst>
        </pc:spChg>
        <pc:picChg chg="mod">
          <ac:chgData name="DANH TRANG" userId="5dd0a60266706734" providerId="LiveId" clId="{6F449A54-B90B-4CDA-8CAA-C5A26217E8DE}" dt="2026-07-22T01:11:21.513" v="312" actId="26606"/>
          <ac:picMkLst>
            <pc:docMk/>
            <pc:sldMk cId="0" sldId="276"/>
            <ac:picMk id="6" creationId="{00000000-0000-0000-0000-000000000000}"/>
          </ac:picMkLst>
        </pc:picChg>
        <pc:picChg chg="mod">
          <ac:chgData name="DANH TRANG" userId="5dd0a60266706734" providerId="LiveId" clId="{6F449A54-B90B-4CDA-8CAA-C5A26217E8DE}" dt="2026-07-22T01:11:21.513" v="312" actId="26606"/>
          <ac:picMkLst>
            <pc:docMk/>
            <pc:sldMk cId="0" sldId="276"/>
            <ac:picMk id="9" creationId="{00000000-0000-0000-0000-000000000000}"/>
          </ac:picMkLst>
        </pc:picChg>
        <pc:picChg chg="mod">
          <ac:chgData name="DANH TRANG" userId="5dd0a60266706734" providerId="LiveId" clId="{6F449A54-B90B-4CDA-8CAA-C5A26217E8DE}" dt="2026-07-22T01:11:21.513" v="312" actId="26606"/>
          <ac:picMkLst>
            <pc:docMk/>
            <pc:sldMk cId="0" sldId="276"/>
            <ac:picMk id="12" creationId="{00000000-0000-0000-0000-000000000000}"/>
          </ac:picMkLst>
        </pc:picChg>
        <pc:picChg chg="mod">
          <ac:chgData name="DANH TRANG" userId="5dd0a60266706734" providerId="LiveId" clId="{6F449A54-B90B-4CDA-8CAA-C5A26217E8DE}" dt="2026-07-22T01:11:21.513" v="312" actId="26606"/>
          <ac:picMkLst>
            <pc:docMk/>
            <pc:sldMk cId="0" sldId="276"/>
            <ac:picMk id="15" creationId="{00000000-0000-0000-0000-000000000000}"/>
          </ac:picMkLst>
        </pc:picChg>
        <pc:picChg chg="mod">
          <ac:chgData name="DANH TRANG" userId="5dd0a60266706734" providerId="LiveId" clId="{6F449A54-B90B-4CDA-8CAA-C5A26217E8DE}" dt="2026-07-22T01:11:21.513" v="312" actId="26606"/>
          <ac:picMkLst>
            <pc:docMk/>
            <pc:sldMk cId="0" sldId="276"/>
            <ac:picMk id="16" creationId="{00000000-0000-0000-0000-000000000000}"/>
          </ac:picMkLst>
        </pc:picChg>
        <pc:picChg chg="mod">
          <ac:chgData name="DANH TRANG" userId="5dd0a60266706734" providerId="LiveId" clId="{6F449A54-B90B-4CDA-8CAA-C5A26217E8DE}" dt="2026-07-22T01:11:21.513" v="312" actId="26606"/>
          <ac:picMkLst>
            <pc:docMk/>
            <pc:sldMk cId="0" sldId="276"/>
            <ac:picMk id="17" creationId="{00000000-0000-0000-0000-000000000000}"/>
          </ac:picMkLst>
        </pc:picChg>
        <pc:picChg chg="add del mod">
          <ac:chgData name="DANH TRANG" userId="5dd0a60266706734" providerId="LiveId" clId="{6F449A54-B90B-4CDA-8CAA-C5A26217E8DE}" dt="2026-07-23T02:42:49.165" v="523" actId="478"/>
          <ac:picMkLst>
            <pc:docMk/>
            <pc:sldMk cId="0" sldId="276"/>
            <ac:picMk id="20" creationId="{068B36F5-9317-2B4F-E033-5D0985C4AA4A}"/>
          </ac:picMkLst>
        </pc:picChg>
      </pc:sldChg>
      <pc:sldChg chg="addSp delSp modSp mod delAnim">
        <pc:chgData name="DANH TRANG" userId="5dd0a60266706734" providerId="LiveId" clId="{6F449A54-B90B-4CDA-8CAA-C5A26217E8DE}" dt="2026-07-23T02:42:47.335" v="522" actId="478"/>
        <pc:sldMkLst>
          <pc:docMk/>
          <pc:sldMk cId="0" sldId="277"/>
        </pc:sldMkLst>
        <pc:spChg chg="mod">
          <ac:chgData name="DANH TRANG" userId="5dd0a60266706734" providerId="LiveId" clId="{6F449A54-B90B-4CDA-8CAA-C5A26217E8DE}" dt="2026-07-22T01:07:26.245" v="225" actId="113"/>
          <ac:spMkLst>
            <pc:docMk/>
            <pc:sldMk cId="0" sldId="277"/>
            <ac:spMk id="5" creationId="{00000000-0000-0000-0000-000000000000}"/>
          </ac:spMkLst>
        </pc:spChg>
        <pc:spChg chg="mod">
          <ac:chgData name="DANH TRANG" userId="5dd0a60266706734" providerId="LiveId" clId="{6F449A54-B90B-4CDA-8CAA-C5A26217E8DE}" dt="2026-07-22T01:33:11.868" v="455" actId="2711"/>
          <ac:spMkLst>
            <pc:docMk/>
            <pc:sldMk cId="0" sldId="277"/>
            <ac:spMk id="7" creationId="{00000000-0000-0000-0000-000000000000}"/>
          </ac:spMkLst>
        </pc:spChg>
        <pc:spChg chg="mod">
          <ac:chgData name="DANH TRANG" userId="5dd0a60266706734" providerId="LiveId" clId="{6F449A54-B90B-4CDA-8CAA-C5A26217E8DE}" dt="2026-07-22T01:33:11.868" v="455" actId="2711"/>
          <ac:spMkLst>
            <pc:docMk/>
            <pc:sldMk cId="0" sldId="277"/>
            <ac:spMk id="8" creationId="{00000000-0000-0000-0000-000000000000}"/>
          </ac:spMkLst>
        </pc:spChg>
        <pc:spChg chg="mod">
          <ac:chgData name="DANH TRANG" userId="5dd0a60266706734" providerId="LiveId" clId="{6F449A54-B90B-4CDA-8CAA-C5A26217E8DE}" dt="2026-07-22T01:33:11.868" v="455" actId="2711"/>
          <ac:spMkLst>
            <pc:docMk/>
            <pc:sldMk cId="0" sldId="277"/>
            <ac:spMk id="10" creationId="{00000000-0000-0000-0000-000000000000}"/>
          </ac:spMkLst>
        </pc:spChg>
        <pc:spChg chg="mod">
          <ac:chgData name="DANH TRANG" userId="5dd0a60266706734" providerId="LiveId" clId="{6F449A54-B90B-4CDA-8CAA-C5A26217E8DE}" dt="2026-07-22T01:33:11.868" v="455" actId="2711"/>
          <ac:spMkLst>
            <pc:docMk/>
            <pc:sldMk cId="0" sldId="277"/>
            <ac:spMk id="11" creationId="{00000000-0000-0000-0000-000000000000}"/>
          </ac:spMkLst>
        </pc:spChg>
        <pc:spChg chg="mod">
          <ac:chgData name="DANH TRANG" userId="5dd0a60266706734" providerId="LiveId" clId="{6F449A54-B90B-4CDA-8CAA-C5A26217E8DE}" dt="2026-07-22T01:33:11.868" v="455" actId="2711"/>
          <ac:spMkLst>
            <pc:docMk/>
            <pc:sldMk cId="0" sldId="277"/>
            <ac:spMk id="13" creationId="{00000000-0000-0000-0000-000000000000}"/>
          </ac:spMkLst>
        </pc:spChg>
        <pc:spChg chg="mod">
          <ac:chgData name="DANH TRANG" userId="5dd0a60266706734" providerId="LiveId" clId="{6F449A54-B90B-4CDA-8CAA-C5A26217E8DE}" dt="2026-07-22T01:33:23.038" v="459" actId="1035"/>
          <ac:spMkLst>
            <pc:docMk/>
            <pc:sldMk cId="0" sldId="277"/>
            <ac:spMk id="14" creationId="{00000000-0000-0000-0000-000000000000}"/>
          </ac:spMkLst>
        </pc:spChg>
        <pc:picChg chg="mod">
          <ac:chgData name="DANH TRANG" userId="5dd0a60266706734" providerId="LiveId" clId="{6F449A54-B90B-4CDA-8CAA-C5A26217E8DE}" dt="2026-07-22T01:11:21.513" v="312" actId="26606"/>
          <ac:picMkLst>
            <pc:docMk/>
            <pc:sldMk cId="0" sldId="277"/>
            <ac:picMk id="6" creationId="{00000000-0000-0000-0000-000000000000}"/>
          </ac:picMkLst>
        </pc:picChg>
        <pc:picChg chg="mod">
          <ac:chgData name="DANH TRANG" userId="5dd0a60266706734" providerId="LiveId" clId="{6F449A54-B90B-4CDA-8CAA-C5A26217E8DE}" dt="2026-07-22T01:11:21.513" v="312" actId="26606"/>
          <ac:picMkLst>
            <pc:docMk/>
            <pc:sldMk cId="0" sldId="277"/>
            <ac:picMk id="9" creationId="{00000000-0000-0000-0000-000000000000}"/>
          </ac:picMkLst>
        </pc:picChg>
        <pc:picChg chg="mod">
          <ac:chgData name="DANH TRANG" userId="5dd0a60266706734" providerId="LiveId" clId="{6F449A54-B90B-4CDA-8CAA-C5A26217E8DE}" dt="2026-07-22T01:11:21.513" v="312" actId="26606"/>
          <ac:picMkLst>
            <pc:docMk/>
            <pc:sldMk cId="0" sldId="277"/>
            <ac:picMk id="12" creationId="{00000000-0000-0000-0000-000000000000}"/>
          </ac:picMkLst>
        </pc:picChg>
        <pc:picChg chg="mod">
          <ac:chgData name="DANH TRANG" userId="5dd0a60266706734" providerId="LiveId" clId="{6F449A54-B90B-4CDA-8CAA-C5A26217E8DE}" dt="2026-07-22T01:11:21.513" v="312" actId="26606"/>
          <ac:picMkLst>
            <pc:docMk/>
            <pc:sldMk cId="0" sldId="277"/>
            <ac:picMk id="15" creationId="{00000000-0000-0000-0000-000000000000}"/>
          </ac:picMkLst>
        </pc:picChg>
        <pc:picChg chg="mod">
          <ac:chgData name="DANH TRANG" userId="5dd0a60266706734" providerId="LiveId" clId="{6F449A54-B90B-4CDA-8CAA-C5A26217E8DE}" dt="2026-07-22T01:11:21.513" v="312" actId="26606"/>
          <ac:picMkLst>
            <pc:docMk/>
            <pc:sldMk cId="0" sldId="277"/>
            <ac:picMk id="16" creationId="{00000000-0000-0000-0000-000000000000}"/>
          </ac:picMkLst>
        </pc:picChg>
        <pc:picChg chg="mod">
          <ac:chgData name="DANH TRANG" userId="5dd0a60266706734" providerId="LiveId" clId="{6F449A54-B90B-4CDA-8CAA-C5A26217E8DE}" dt="2026-07-22T01:11:21.513" v="312" actId="26606"/>
          <ac:picMkLst>
            <pc:docMk/>
            <pc:sldMk cId="0" sldId="277"/>
            <ac:picMk id="17" creationId="{00000000-0000-0000-0000-000000000000}"/>
          </ac:picMkLst>
        </pc:picChg>
        <pc:picChg chg="add del mod">
          <ac:chgData name="DANH TRANG" userId="5dd0a60266706734" providerId="LiveId" clId="{6F449A54-B90B-4CDA-8CAA-C5A26217E8DE}" dt="2026-07-23T02:42:47.335" v="522" actId="478"/>
          <ac:picMkLst>
            <pc:docMk/>
            <pc:sldMk cId="0" sldId="277"/>
            <ac:picMk id="19" creationId="{30CC9865-A97B-AB0B-FA19-35ADDBFE7AD7}"/>
          </ac:picMkLst>
        </pc:picChg>
      </pc:sldChg>
      <pc:sldChg chg="delSp modSp del mod">
        <pc:chgData name="DANH TRANG" userId="5dd0a60266706734" providerId="LiveId" clId="{6F449A54-B90B-4CDA-8CAA-C5A26217E8DE}" dt="2026-07-22T01:08:18.317" v="259" actId="47"/>
        <pc:sldMkLst>
          <pc:docMk/>
          <pc:sldMk cId="0" sldId="278"/>
        </pc:sldMkLst>
        <pc:spChg chg="del">
          <ac:chgData name="DANH TRANG" userId="5dd0a60266706734" providerId="LiveId" clId="{6F449A54-B90B-4CDA-8CAA-C5A26217E8DE}" dt="2026-07-22T01:06:37.339" v="219" actId="478"/>
          <ac:spMkLst>
            <pc:docMk/>
            <pc:sldMk cId="0" sldId="278"/>
            <ac:spMk id="3" creationId="{00000000-0000-0000-0000-000000000000}"/>
          </ac:spMkLst>
        </pc:spChg>
        <pc:spChg chg="del mod">
          <ac:chgData name="DANH TRANG" userId="5dd0a60266706734" providerId="LiveId" clId="{6F449A54-B90B-4CDA-8CAA-C5A26217E8DE}" dt="2026-07-22T01:06:43.620" v="222" actId="478"/>
          <ac:spMkLst>
            <pc:docMk/>
            <pc:sldMk cId="0" sldId="278"/>
            <ac:spMk id="4" creationId="{00000000-0000-0000-0000-000000000000}"/>
          </ac:spMkLst>
        </pc:spChg>
        <pc:picChg chg="del mod">
          <ac:chgData name="DANH TRANG" userId="5dd0a60266706734" providerId="LiveId" clId="{6F449A54-B90B-4CDA-8CAA-C5A26217E8DE}" dt="2026-07-22T01:06:38.950" v="220" actId="478"/>
          <ac:picMkLst>
            <pc:docMk/>
            <pc:sldMk cId="0" sldId="278"/>
            <ac:picMk id="2" creationId="{00000000-0000-0000-0000-000000000000}"/>
          </ac:picMkLst>
        </pc:picChg>
      </pc:sldChg>
      <pc:sldChg chg="addSp delSp modSp add mod ord setBg delAnim">
        <pc:chgData name="DANH TRANG" userId="5dd0a60266706734" providerId="LiveId" clId="{6F449A54-B90B-4CDA-8CAA-C5A26217E8DE}" dt="2026-07-23T02:42:09.586" v="519" actId="478"/>
        <pc:sldMkLst>
          <pc:docMk/>
          <pc:sldMk cId="811274158" sldId="279"/>
        </pc:sldMkLst>
        <pc:spChg chg="mod">
          <ac:chgData name="DANH TRANG" userId="5dd0a60266706734" providerId="LiveId" clId="{6F449A54-B90B-4CDA-8CAA-C5A26217E8DE}" dt="2026-07-22T01:34:26.689" v="466" actId="2711"/>
          <ac:spMkLst>
            <pc:docMk/>
            <pc:sldMk cId="811274158" sldId="279"/>
            <ac:spMk id="5" creationId="{129AC5A6-4843-D598-8615-38435D8D4AC8}"/>
          </ac:spMkLst>
        </pc:spChg>
        <pc:spChg chg="add del mod">
          <ac:chgData name="DANH TRANG" userId="5dd0a60266706734" providerId="LiveId" clId="{6F449A54-B90B-4CDA-8CAA-C5A26217E8DE}" dt="2026-07-22T01:34:44.553" v="470" actId="20577"/>
          <ac:spMkLst>
            <pc:docMk/>
            <pc:sldMk cId="811274158" sldId="279"/>
            <ac:spMk id="6" creationId="{00000000-0000-0000-0000-000000000000}"/>
          </ac:spMkLst>
        </pc:spChg>
        <pc:spChg chg="del">
          <ac:chgData name="DANH TRANG" userId="5dd0a60266706734" providerId="LiveId" clId="{6F449A54-B90B-4CDA-8CAA-C5A26217E8DE}" dt="2026-07-22T01:07:48.197" v="254" actId="478"/>
          <ac:spMkLst>
            <pc:docMk/>
            <pc:sldMk cId="811274158" sldId="279"/>
            <ac:spMk id="7" creationId="{EC2F0E73-CB51-B1C4-0D20-3115982EB482}"/>
          </ac:spMkLst>
        </pc:spChg>
        <pc:spChg chg="del">
          <ac:chgData name="DANH TRANG" userId="5dd0a60266706734" providerId="LiveId" clId="{6F449A54-B90B-4CDA-8CAA-C5A26217E8DE}" dt="2026-07-22T01:07:48.197" v="254" actId="478"/>
          <ac:spMkLst>
            <pc:docMk/>
            <pc:sldMk cId="811274158" sldId="279"/>
            <ac:spMk id="8" creationId="{135B0964-AE57-B43C-48A0-E8788DE58EAC}"/>
          </ac:spMkLst>
        </pc:spChg>
        <pc:spChg chg="del">
          <ac:chgData name="DANH TRANG" userId="5dd0a60266706734" providerId="LiveId" clId="{6F449A54-B90B-4CDA-8CAA-C5A26217E8DE}" dt="2026-07-22T01:07:48.197" v="254" actId="478"/>
          <ac:spMkLst>
            <pc:docMk/>
            <pc:sldMk cId="811274158" sldId="279"/>
            <ac:spMk id="10" creationId="{CC8F0726-AFFE-48C6-7F92-28EBD1345634}"/>
          </ac:spMkLst>
        </pc:spChg>
        <pc:spChg chg="del">
          <ac:chgData name="DANH TRANG" userId="5dd0a60266706734" providerId="LiveId" clId="{6F449A54-B90B-4CDA-8CAA-C5A26217E8DE}" dt="2026-07-22T01:07:48.197" v="254" actId="478"/>
          <ac:spMkLst>
            <pc:docMk/>
            <pc:sldMk cId="811274158" sldId="279"/>
            <ac:spMk id="11" creationId="{E9503A3C-F9B1-07E2-20C6-62145DFF0C88}"/>
          </ac:spMkLst>
        </pc:spChg>
        <pc:spChg chg="del">
          <ac:chgData name="DANH TRANG" userId="5dd0a60266706734" providerId="LiveId" clId="{6F449A54-B90B-4CDA-8CAA-C5A26217E8DE}" dt="2026-07-22T01:07:54.192" v="256" actId="478"/>
          <ac:spMkLst>
            <pc:docMk/>
            <pc:sldMk cId="811274158" sldId="279"/>
            <ac:spMk id="13" creationId="{BA520345-5372-F1EA-3022-CD64E08DC69D}"/>
          </ac:spMkLst>
        </pc:spChg>
        <pc:spChg chg="del mod">
          <ac:chgData name="DANH TRANG" userId="5dd0a60266706734" providerId="LiveId" clId="{6F449A54-B90B-4CDA-8CAA-C5A26217E8DE}" dt="2026-07-22T01:07:58.469" v="258" actId="478"/>
          <ac:spMkLst>
            <pc:docMk/>
            <pc:sldMk cId="811274158" sldId="279"/>
            <ac:spMk id="14" creationId="{2FDB7E77-191F-BCCC-1E32-A4D5FBB33BC5}"/>
          </ac:spMkLst>
        </pc:spChg>
        <pc:spChg chg="add">
          <ac:chgData name="DANH TRANG" userId="5dd0a60266706734" providerId="LiveId" clId="{6F449A54-B90B-4CDA-8CAA-C5A26217E8DE}" dt="2026-07-22T01:12:24.673" v="326" actId="26606"/>
          <ac:spMkLst>
            <pc:docMk/>
            <pc:sldMk cId="811274158" sldId="279"/>
            <ac:spMk id="18" creationId="{5C8908E2-EE49-44D2-9428-A28D2312A8D5}"/>
          </ac:spMkLst>
        </pc:spChg>
        <pc:spChg chg="add">
          <ac:chgData name="DANH TRANG" userId="5dd0a60266706734" providerId="LiveId" clId="{6F449A54-B90B-4CDA-8CAA-C5A26217E8DE}" dt="2026-07-22T01:12:24.673" v="326" actId="26606"/>
          <ac:spMkLst>
            <pc:docMk/>
            <pc:sldMk cId="811274158" sldId="279"/>
            <ac:spMk id="19" creationId="{ED888B23-07FA-482A-96DF-47E31AF1A603}"/>
          </ac:spMkLst>
        </pc:spChg>
        <pc:spChg chg="add del">
          <ac:chgData name="DANH TRANG" userId="5dd0a60266706734" providerId="LiveId" clId="{6F449A54-B90B-4CDA-8CAA-C5A26217E8DE}" dt="2026-07-22T01:13:46.337" v="327" actId="26606"/>
          <ac:spMkLst>
            <pc:docMk/>
            <pc:sldMk cId="811274158" sldId="279"/>
            <ac:spMk id="23" creationId="{BD92035A-AA2F-4CD8-A556-1CE8BDEC75BD}"/>
          </ac:spMkLst>
        </pc:spChg>
        <pc:spChg chg="add">
          <ac:chgData name="DANH TRANG" userId="5dd0a60266706734" providerId="LiveId" clId="{6F449A54-B90B-4CDA-8CAA-C5A26217E8DE}" dt="2026-07-22T01:13:46.337" v="327" actId="26606"/>
          <ac:spMkLst>
            <pc:docMk/>
            <pc:sldMk cId="811274158" sldId="279"/>
            <ac:spMk id="28" creationId="{F837543A-6020-4505-A233-C9DB4BF74011}"/>
          </ac:spMkLst>
        </pc:spChg>
        <pc:spChg chg="add">
          <ac:chgData name="DANH TRANG" userId="5dd0a60266706734" providerId="LiveId" clId="{6F449A54-B90B-4CDA-8CAA-C5A26217E8DE}" dt="2026-07-22T01:13:46.337" v="327" actId="26606"/>
          <ac:spMkLst>
            <pc:docMk/>
            <pc:sldMk cId="811274158" sldId="279"/>
            <ac:spMk id="30" creationId="{35B16301-FB18-48BA-A6DD-C37CAF6F9A18}"/>
          </ac:spMkLst>
        </pc:spChg>
        <pc:spChg chg="add">
          <ac:chgData name="DANH TRANG" userId="5dd0a60266706734" providerId="LiveId" clId="{6F449A54-B90B-4CDA-8CAA-C5A26217E8DE}" dt="2026-07-22T01:13:46.337" v="327" actId="26606"/>
          <ac:spMkLst>
            <pc:docMk/>
            <pc:sldMk cId="811274158" sldId="279"/>
            <ac:spMk id="34" creationId="{CABBD4C1-E6F8-46F6-8152-A8A97490BF4D}"/>
          </ac:spMkLst>
        </pc:spChg>
        <pc:spChg chg="add">
          <ac:chgData name="DANH TRANG" userId="5dd0a60266706734" providerId="LiveId" clId="{6F449A54-B90B-4CDA-8CAA-C5A26217E8DE}" dt="2026-07-22T01:13:46.337" v="327" actId="26606"/>
          <ac:spMkLst>
            <pc:docMk/>
            <pc:sldMk cId="811274158" sldId="279"/>
            <ac:spMk id="36" creationId="{83BA5EF5-1FE9-4BF9-83BB-269BCDDF6156}"/>
          </ac:spMkLst>
        </pc:spChg>
        <pc:spChg chg="add">
          <ac:chgData name="DANH TRANG" userId="5dd0a60266706734" providerId="LiveId" clId="{6F449A54-B90B-4CDA-8CAA-C5A26217E8DE}" dt="2026-07-22T01:13:46.337" v="327" actId="26606"/>
          <ac:spMkLst>
            <pc:docMk/>
            <pc:sldMk cId="811274158" sldId="279"/>
            <ac:spMk id="40" creationId="{88853921-7BC9-4BDE-ACAB-133C683C82D6}"/>
          </ac:spMkLst>
        </pc:spChg>
        <pc:spChg chg="add">
          <ac:chgData name="DANH TRANG" userId="5dd0a60266706734" providerId="LiveId" clId="{6F449A54-B90B-4CDA-8CAA-C5A26217E8DE}" dt="2026-07-22T01:13:46.337" v="327" actId="26606"/>
          <ac:spMkLst>
            <pc:docMk/>
            <pc:sldMk cId="811274158" sldId="279"/>
            <ac:spMk id="42" creationId="{09192968-3AE7-4470-A61C-97294BB92731}"/>
          </ac:spMkLst>
        </pc:spChg>
        <pc:spChg chg="add">
          <ac:chgData name="DANH TRANG" userId="5dd0a60266706734" providerId="LiveId" clId="{6F449A54-B90B-4CDA-8CAA-C5A26217E8DE}" dt="2026-07-22T01:13:46.337" v="327" actId="26606"/>
          <ac:spMkLst>
            <pc:docMk/>
            <pc:sldMk cId="811274158" sldId="279"/>
            <ac:spMk id="44" creationId="{3AB72E55-43E4-4356-BFE8-E2102CB0B505}"/>
          </ac:spMkLst>
        </pc:spChg>
        <pc:grpChg chg="add">
          <ac:chgData name="DANH TRANG" userId="5dd0a60266706734" providerId="LiveId" clId="{6F449A54-B90B-4CDA-8CAA-C5A26217E8DE}" dt="2026-07-22T01:12:24.673" v="326" actId="26606"/>
          <ac:grpSpMkLst>
            <pc:docMk/>
            <pc:sldMk cId="811274158" sldId="279"/>
            <ac:grpSpMk id="20" creationId="{5D1A9D8B-3117-4D9D-BDA4-DD81895098B0}"/>
          </ac:grpSpMkLst>
        </pc:grpChg>
        <pc:picChg chg="del">
          <ac:chgData name="DANH TRANG" userId="5dd0a60266706734" providerId="LiveId" clId="{6F449A54-B90B-4CDA-8CAA-C5A26217E8DE}" dt="2026-07-22T01:07:44.555" v="253" actId="478"/>
          <ac:picMkLst>
            <pc:docMk/>
            <pc:sldMk cId="811274158" sldId="279"/>
            <ac:picMk id="2" creationId="{8F782A72-77D1-1C91-107F-91F74165AE37}"/>
          </ac:picMkLst>
        </pc:picChg>
        <pc:picChg chg="del">
          <ac:chgData name="DANH TRANG" userId="5dd0a60266706734" providerId="LiveId" clId="{6F449A54-B90B-4CDA-8CAA-C5A26217E8DE}" dt="2026-07-22T01:07:48.197" v="254" actId="478"/>
          <ac:picMkLst>
            <pc:docMk/>
            <pc:sldMk cId="811274158" sldId="279"/>
            <ac:picMk id="3" creationId="{7D5459BE-13DC-4685-F173-C03543644C3D}"/>
          </ac:picMkLst>
        </pc:picChg>
        <pc:picChg chg="add del mod">
          <ac:chgData name="DANH TRANG" userId="5dd0a60266706734" providerId="LiveId" clId="{6F449A54-B90B-4CDA-8CAA-C5A26217E8DE}" dt="2026-07-23T02:42:09.586" v="519" actId="478"/>
          <ac:picMkLst>
            <pc:docMk/>
            <pc:sldMk cId="811274158" sldId="279"/>
            <ac:picMk id="3" creationId="{F812ED72-389B-236A-33EF-7FE562E87465}"/>
          </ac:picMkLst>
        </pc:picChg>
        <pc:picChg chg="del">
          <ac:chgData name="DANH TRANG" userId="5dd0a60266706734" providerId="LiveId" clId="{6F449A54-B90B-4CDA-8CAA-C5A26217E8DE}" dt="2026-07-22T01:07:51.810" v="255" actId="478"/>
          <ac:picMkLst>
            <pc:docMk/>
            <pc:sldMk cId="811274158" sldId="279"/>
            <ac:picMk id="4" creationId="{9C98001F-10D7-3307-9ADB-F1D78C1C355D}"/>
          </ac:picMkLst>
        </pc:picChg>
        <pc:picChg chg="del">
          <ac:chgData name="DANH TRANG" userId="5dd0a60266706734" providerId="LiveId" clId="{6F449A54-B90B-4CDA-8CAA-C5A26217E8DE}" dt="2026-07-22T01:07:48.197" v="254" actId="478"/>
          <ac:picMkLst>
            <pc:docMk/>
            <pc:sldMk cId="811274158" sldId="279"/>
            <ac:picMk id="6" creationId="{64588A88-2B9C-1EA4-1F4C-59EF5ACC9C8C}"/>
          </ac:picMkLst>
        </pc:picChg>
        <pc:picChg chg="del">
          <ac:chgData name="DANH TRANG" userId="5dd0a60266706734" providerId="LiveId" clId="{6F449A54-B90B-4CDA-8CAA-C5A26217E8DE}" dt="2026-07-22T01:07:48.197" v="254" actId="478"/>
          <ac:picMkLst>
            <pc:docMk/>
            <pc:sldMk cId="811274158" sldId="279"/>
            <ac:picMk id="9" creationId="{14D347BF-F33D-7985-A024-1A39F3C99086}"/>
          </ac:picMkLst>
        </pc:picChg>
        <pc:picChg chg="del">
          <ac:chgData name="DANH TRANG" userId="5dd0a60266706734" providerId="LiveId" clId="{6F449A54-B90B-4CDA-8CAA-C5A26217E8DE}" dt="2026-07-22T01:07:48.197" v="254" actId="478"/>
          <ac:picMkLst>
            <pc:docMk/>
            <pc:sldMk cId="811274158" sldId="279"/>
            <ac:picMk id="12" creationId="{CA92657D-D987-F2FE-6A24-B81CB2554258}"/>
          </ac:picMkLst>
        </pc:picChg>
        <pc:picChg chg="del">
          <ac:chgData name="DANH TRANG" userId="5dd0a60266706734" providerId="LiveId" clId="{6F449A54-B90B-4CDA-8CAA-C5A26217E8DE}" dt="2026-07-22T01:07:48.197" v="254" actId="478"/>
          <ac:picMkLst>
            <pc:docMk/>
            <pc:sldMk cId="811274158" sldId="279"/>
            <ac:picMk id="16" creationId="{39A7E1B2-BB6B-4892-BAC1-C5235EA0C5DE}"/>
          </ac:picMkLst>
        </pc:picChg>
        <pc:picChg chg="del">
          <ac:chgData name="DANH TRANG" userId="5dd0a60266706734" providerId="LiveId" clId="{6F449A54-B90B-4CDA-8CAA-C5A26217E8DE}" dt="2026-07-22T01:07:48.197" v="254" actId="478"/>
          <ac:picMkLst>
            <pc:docMk/>
            <pc:sldMk cId="811274158" sldId="279"/>
            <ac:picMk id="17" creationId="{E55BB13B-28CD-547C-7969-6CA595B12909}"/>
          </ac:picMkLst>
        </pc:picChg>
      </pc:sldChg>
      <pc:sldChg chg="addSp delSp modSp new mod delAnim">
        <pc:chgData name="DANH TRANG" userId="5dd0a60266706734" providerId="LiveId" clId="{6F449A54-B90B-4CDA-8CAA-C5A26217E8DE}" dt="2026-07-23T02:42:44.375" v="521" actId="478"/>
        <pc:sldMkLst>
          <pc:docMk/>
          <pc:sldMk cId="898777345" sldId="280"/>
        </pc:sldMkLst>
        <pc:spChg chg="add del">
          <ac:chgData name="DANH TRANG" userId="5dd0a60266706734" providerId="LiveId" clId="{6F449A54-B90B-4CDA-8CAA-C5A26217E8DE}" dt="2026-07-22T01:23:06.977" v="348" actId="22"/>
          <ac:spMkLst>
            <pc:docMk/>
            <pc:sldMk cId="898777345" sldId="280"/>
            <ac:spMk id="3" creationId="{53BE17A5-4591-94E0-4462-636116D4ABF7}"/>
          </ac:spMkLst>
        </pc:spChg>
        <pc:spChg chg="add">
          <ac:chgData name="DANH TRANG" userId="5dd0a60266706734" providerId="LiveId" clId="{6F449A54-B90B-4CDA-8CAA-C5A26217E8DE}" dt="2026-07-22T01:19:45.614" v="333" actId="26606"/>
          <ac:spMkLst>
            <pc:docMk/>
            <pc:sldMk cId="898777345" sldId="280"/>
            <ac:spMk id="5" creationId="{00000000-0000-0000-0000-000000000000}"/>
          </ac:spMkLst>
        </pc:spChg>
        <pc:spChg chg="add del">
          <ac:chgData name="DANH TRANG" userId="5dd0a60266706734" providerId="LiveId" clId="{6F449A54-B90B-4CDA-8CAA-C5A26217E8DE}" dt="2026-07-22T01:20:45.020" v="334" actId="26606"/>
          <ac:spMkLst>
            <pc:docMk/>
            <pc:sldMk cId="898777345" sldId="280"/>
            <ac:spMk id="6" creationId="{00000000-0000-0000-0000-000000000000}"/>
          </ac:spMkLst>
        </pc:spChg>
        <pc:graphicFrameChg chg="add mod modGraphic">
          <ac:chgData name="DANH TRANG" userId="5dd0a60266706734" providerId="LiveId" clId="{6F449A54-B90B-4CDA-8CAA-C5A26217E8DE}" dt="2026-07-22T01:34:03.371" v="465" actId="2711"/>
          <ac:graphicFrameMkLst>
            <pc:docMk/>
            <pc:sldMk cId="898777345" sldId="280"/>
            <ac:graphicFrameMk id="8" creationId="{0A1BB184-3C3D-23A1-6E51-A129F25C25AB}"/>
          </ac:graphicFrameMkLst>
        </pc:graphicFrameChg>
        <pc:picChg chg="add del mod">
          <ac:chgData name="DANH TRANG" userId="5dd0a60266706734" providerId="LiveId" clId="{6F449A54-B90B-4CDA-8CAA-C5A26217E8DE}" dt="2026-07-23T02:42:44.375" v="521" actId="478"/>
          <ac:picMkLst>
            <pc:docMk/>
            <pc:sldMk cId="898777345" sldId="280"/>
            <ac:picMk id="3" creationId="{CBFD3C20-D2AB-87AC-68A1-912DA51DBC3A}"/>
          </ac:picMkLst>
        </pc:picChg>
      </pc:sldChg>
      <pc:sldChg chg="addSp delSp modSp new mod delAnim">
        <pc:chgData name="DANH TRANG" userId="5dd0a60266706734" providerId="LiveId" clId="{6F449A54-B90B-4CDA-8CAA-C5A26217E8DE}" dt="2026-07-23T02:42:11.964" v="520" actId="478"/>
        <pc:sldMkLst>
          <pc:docMk/>
          <pc:sldMk cId="651103513" sldId="281"/>
        </pc:sldMkLst>
        <pc:spChg chg="add mod">
          <ac:chgData name="DANH TRANG" userId="5dd0a60266706734" providerId="LiveId" clId="{6F449A54-B90B-4CDA-8CAA-C5A26217E8DE}" dt="2026-07-22T01:23:25.159" v="363" actId="20577"/>
          <ac:spMkLst>
            <pc:docMk/>
            <pc:sldMk cId="651103513" sldId="281"/>
            <ac:spMk id="3" creationId="{44DD74B3-F162-CFA3-499D-06E96F496611}"/>
          </ac:spMkLst>
        </pc:spChg>
        <pc:spChg chg="add mod">
          <ac:chgData name="DANH TRANG" userId="5dd0a60266706734" providerId="LiveId" clId="{6F449A54-B90B-4CDA-8CAA-C5A26217E8DE}" dt="2026-07-22T01:40:37.735" v="506" actId="1035"/>
          <ac:spMkLst>
            <pc:docMk/>
            <pc:sldMk cId="651103513" sldId="281"/>
            <ac:spMk id="5" creationId="{CF30FFEA-5079-EEDC-B560-C413E1DD447D}"/>
          </ac:spMkLst>
        </pc:spChg>
        <pc:picChg chg="add del mod">
          <ac:chgData name="DANH TRANG" userId="5dd0a60266706734" providerId="LiveId" clId="{6F449A54-B90B-4CDA-8CAA-C5A26217E8DE}" dt="2026-07-23T02:42:11.964" v="520" actId="478"/>
          <ac:picMkLst>
            <pc:docMk/>
            <pc:sldMk cId="651103513" sldId="281"/>
            <ac:picMk id="4" creationId="{5E6F479C-D4A5-FB1C-0CB0-454928DF6D28}"/>
          </ac:picMkLst>
        </pc:picChg>
        <pc:picChg chg="add mod">
          <ac:chgData name="DANH TRANG" userId="5dd0a60266706734" providerId="LiveId" clId="{6F449A54-B90B-4CDA-8CAA-C5A26217E8DE}" dt="2026-07-22T01:40:37.735" v="506" actId="1035"/>
          <ac:picMkLst>
            <pc:docMk/>
            <pc:sldMk cId="651103513" sldId="281"/>
            <ac:picMk id="7" creationId="{FC351497-1A55-4647-6761-AA666CA103F7}"/>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E5F147C-2DFB-40F4-AE90-8E35D9E6573D}"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EFC9F57B-2BC3-4B62-BEF3-C57F57B35C01}">
      <dgm:prSet/>
      <dgm:spPr/>
      <dgm:t>
        <a:bodyPr/>
        <a:lstStyle/>
        <a:p>
          <a:r>
            <a:rPr lang="vi-VN" b="1">
              <a:solidFill>
                <a:srgbClr val="334155"/>
              </a:solidFill>
              <a:latin typeface="+mj-lt"/>
            </a:rPr>
            <a:t>Khóa học lập trình ASP.NET MVC</a:t>
          </a:r>
          <a:r>
            <a:rPr lang="vi-VN" b="0">
              <a:solidFill>
                <a:srgbClr val="334155"/>
              </a:solidFill>
              <a:latin typeface="+mj-lt"/>
            </a:rPr>
            <a:t> — TEDU (tedu.com.vn).</a:t>
          </a:r>
          <a:endParaRPr lang="en-US">
            <a:solidFill>
              <a:srgbClr val="334155"/>
            </a:solidFill>
            <a:latin typeface="+mj-lt"/>
          </a:endParaRPr>
        </a:p>
      </dgm:t>
    </dgm:pt>
    <dgm:pt modelId="{5BE0BC67-94B4-4A94-AFE3-E8180E84B26E}" type="parTrans" cxnId="{C0EAD929-A855-44E0-BF73-6BD728A9F7A5}">
      <dgm:prSet/>
      <dgm:spPr/>
      <dgm:t>
        <a:bodyPr/>
        <a:lstStyle/>
        <a:p>
          <a:endParaRPr lang="en-US"/>
        </a:p>
      </dgm:t>
    </dgm:pt>
    <dgm:pt modelId="{0CC018B1-8F93-4422-A0C2-0C2C25BBF2B9}" type="sibTrans" cxnId="{C0EAD929-A855-44E0-BF73-6BD728A9F7A5}">
      <dgm:prSet/>
      <dgm:spPr/>
      <dgm:t>
        <a:bodyPr/>
        <a:lstStyle/>
        <a:p>
          <a:endParaRPr lang="en-US"/>
        </a:p>
      </dgm:t>
    </dgm:pt>
    <dgm:pt modelId="{A702C199-5EAB-41B6-806B-69ACCB7340CE}">
      <dgm:prSet/>
      <dgm:spPr/>
      <dgm:t>
        <a:bodyPr/>
        <a:lstStyle/>
        <a:p>
          <a:r>
            <a:rPr lang="vi-VN" b="1">
              <a:solidFill>
                <a:srgbClr val="334155"/>
              </a:solidFill>
              <a:latin typeface="+mj-lt"/>
            </a:rPr>
            <a:t>Template Bootstrap SB Admin 2</a:t>
          </a:r>
          <a:r>
            <a:rPr lang="vi-VN" b="0">
              <a:solidFill>
                <a:srgbClr val="334155"/>
              </a:solidFill>
              <a:latin typeface="+mj-lt"/>
            </a:rPr>
            <a:t> — Start Bootstrap (startbootstrap.com).</a:t>
          </a:r>
          <a:endParaRPr lang="en-US">
            <a:solidFill>
              <a:srgbClr val="334155"/>
            </a:solidFill>
            <a:latin typeface="+mj-lt"/>
          </a:endParaRPr>
        </a:p>
      </dgm:t>
    </dgm:pt>
    <dgm:pt modelId="{E3A7D55D-3455-4199-A9E8-D4B4CE072DEA}" type="parTrans" cxnId="{DC8C6D18-AB8D-4918-9B45-ED5AEBAA3578}">
      <dgm:prSet/>
      <dgm:spPr/>
      <dgm:t>
        <a:bodyPr/>
        <a:lstStyle/>
        <a:p>
          <a:endParaRPr lang="en-US"/>
        </a:p>
      </dgm:t>
    </dgm:pt>
    <dgm:pt modelId="{212921D6-AF64-4A78-8C0E-3D470E7C6581}" type="sibTrans" cxnId="{DC8C6D18-AB8D-4918-9B45-ED5AEBAA3578}">
      <dgm:prSet/>
      <dgm:spPr/>
      <dgm:t>
        <a:bodyPr/>
        <a:lstStyle/>
        <a:p>
          <a:endParaRPr lang="en-US"/>
        </a:p>
      </dgm:t>
    </dgm:pt>
    <dgm:pt modelId="{479A1F7D-EFBB-4006-9FA4-ADB1F4DE15D2}">
      <dgm:prSet/>
      <dgm:spPr/>
      <dgm:t>
        <a:bodyPr/>
        <a:lstStyle/>
        <a:p>
          <a:r>
            <a:rPr lang="vi-VN" b="1">
              <a:solidFill>
                <a:srgbClr val="334155"/>
              </a:solidFill>
              <a:latin typeface="+mj-lt"/>
            </a:rPr>
            <a:t>Freeman, Adam. </a:t>
          </a:r>
          <a:r>
            <a:rPr lang="vi-VN" b="0" i="1">
              <a:solidFill>
                <a:srgbClr val="334155"/>
              </a:solidFill>
              <a:latin typeface="+mj-lt"/>
            </a:rPr>
            <a:t>Pro ASP.NET Core 9</a:t>
          </a:r>
          <a:r>
            <a:rPr lang="vi-VN" b="0">
              <a:solidFill>
                <a:srgbClr val="334155"/>
              </a:solidFill>
              <a:latin typeface="+mj-lt"/>
            </a:rPr>
            <a:t>. Apress.</a:t>
          </a:r>
          <a:endParaRPr lang="en-US">
            <a:solidFill>
              <a:srgbClr val="334155"/>
            </a:solidFill>
            <a:latin typeface="+mj-lt"/>
          </a:endParaRPr>
        </a:p>
      </dgm:t>
    </dgm:pt>
    <dgm:pt modelId="{A4660C3B-81A4-41CA-9439-DFA582E268A5}" type="parTrans" cxnId="{60C1A1BC-9792-4A3A-852B-A6BF8BC5BC53}">
      <dgm:prSet/>
      <dgm:spPr/>
      <dgm:t>
        <a:bodyPr/>
        <a:lstStyle/>
        <a:p>
          <a:endParaRPr lang="en-US"/>
        </a:p>
      </dgm:t>
    </dgm:pt>
    <dgm:pt modelId="{A0FB5D62-5E9C-4537-ADBB-3177FBEA04D8}" type="sibTrans" cxnId="{60C1A1BC-9792-4A3A-852B-A6BF8BC5BC53}">
      <dgm:prSet/>
      <dgm:spPr/>
      <dgm:t>
        <a:bodyPr/>
        <a:lstStyle/>
        <a:p>
          <a:endParaRPr lang="en-US"/>
        </a:p>
      </dgm:t>
    </dgm:pt>
    <dgm:pt modelId="{BDAB691B-D5FF-4C1C-A588-D55A0F2471C6}">
      <dgm:prSet/>
      <dgm:spPr/>
      <dgm:t>
        <a:bodyPr/>
        <a:lstStyle/>
        <a:p>
          <a:r>
            <a:rPr lang="vi-VN" b="1">
              <a:solidFill>
                <a:srgbClr val="334155"/>
              </a:solidFill>
              <a:latin typeface="+mj-lt"/>
            </a:rPr>
            <a:t>Albahari, Joseph &amp; Ben. </a:t>
          </a:r>
          <a:r>
            <a:rPr lang="vi-VN" b="0" i="1">
              <a:solidFill>
                <a:srgbClr val="334155"/>
              </a:solidFill>
              <a:latin typeface="+mj-lt"/>
            </a:rPr>
            <a:t>C# 12 in a Nutshell</a:t>
          </a:r>
          <a:r>
            <a:rPr lang="vi-VN" b="0">
              <a:solidFill>
                <a:srgbClr val="334155"/>
              </a:solidFill>
              <a:latin typeface="+mj-lt"/>
            </a:rPr>
            <a:t>. O'Reilly Media</a:t>
          </a:r>
          <a:r>
            <a:rPr lang="vi-VN" b="0">
              <a:latin typeface="+mj-lt"/>
            </a:rPr>
            <a:t>.</a:t>
          </a:r>
          <a:endParaRPr lang="en-US">
            <a:latin typeface="+mj-lt"/>
          </a:endParaRPr>
        </a:p>
      </dgm:t>
    </dgm:pt>
    <dgm:pt modelId="{C417C0BC-FDF7-4706-96D7-81CBBA8400F0}" type="parTrans" cxnId="{3E3AE89F-815E-426E-A73C-B697F66ACC04}">
      <dgm:prSet/>
      <dgm:spPr/>
      <dgm:t>
        <a:bodyPr/>
        <a:lstStyle/>
        <a:p>
          <a:endParaRPr lang="en-US"/>
        </a:p>
      </dgm:t>
    </dgm:pt>
    <dgm:pt modelId="{949F60DB-BE43-4D68-92B6-B1CF7D97D065}" type="sibTrans" cxnId="{3E3AE89F-815E-426E-A73C-B697F66ACC04}">
      <dgm:prSet/>
      <dgm:spPr/>
      <dgm:t>
        <a:bodyPr/>
        <a:lstStyle/>
        <a:p>
          <a:endParaRPr lang="en-US"/>
        </a:p>
      </dgm:t>
    </dgm:pt>
    <dgm:pt modelId="{BA61975B-98F4-4A58-8DBF-E4EA5873E631}">
      <dgm:prSet/>
      <dgm:spPr/>
      <dgm:t>
        <a:bodyPr/>
        <a:lstStyle/>
        <a:p>
          <a:r>
            <a:rPr lang="vi-VN" b="1">
              <a:solidFill>
                <a:srgbClr val="334155"/>
              </a:solidFill>
              <a:latin typeface="+mj-lt"/>
            </a:rPr>
            <a:t>Martin, Robert C. </a:t>
          </a:r>
          <a:r>
            <a:rPr lang="vi-VN" b="0" i="1">
              <a:solidFill>
                <a:srgbClr val="334155"/>
              </a:solidFill>
              <a:latin typeface="+mj-lt"/>
            </a:rPr>
            <a:t>Clean Code: A Handbook of Agile Software Craftsmanship</a:t>
          </a:r>
          <a:r>
            <a:rPr lang="vi-VN" b="0">
              <a:solidFill>
                <a:srgbClr val="334155"/>
              </a:solidFill>
              <a:latin typeface="+mj-lt"/>
            </a:rPr>
            <a:t>. Prentice Hall.</a:t>
          </a:r>
          <a:endParaRPr lang="en-US">
            <a:solidFill>
              <a:srgbClr val="334155"/>
            </a:solidFill>
            <a:latin typeface="+mj-lt"/>
          </a:endParaRPr>
        </a:p>
      </dgm:t>
    </dgm:pt>
    <dgm:pt modelId="{D2D3AAE9-EDA2-43E8-B6BB-C3E7DD6C44BE}" type="parTrans" cxnId="{8BD0CA70-92D4-445A-B8BE-ABA07CD75131}">
      <dgm:prSet/>
      <dgm:spPr/>
      <dgm:t>
        <a:bodyPr/>
        <a:lstStyle/>
        <a:p>
          <a:endParaRPr lang="en-US"/>
        </a:p>
      </dgm:t>
    </dgm:pt>
    <dgm:pt modelId="{B4908D6B-292D-485A-8FC4-B3F4B38835E7}" type="sibTrans" cxnId="{8BD0CA70-92D4-445A-B8BE-ABA07CD75131}">
      <dgm:prSet/>
      <dgm:spPr/>
      <dgm:t>
        <a:bodyPr/>
        <a:lstStyle/>
        <a:p>
          <a:endParaRPr lang="en-US"/>
        </a:p>
      </dgm:t>
    </dgm:pt>
    <dgm:pt modelId="{EFBBF21B-B1DA-4DC9-946C-07D674D97588}">
      <dgm:prSet/>
      <dgm:spPr/>
      <dgm:t>
        <a:bodyPr/>
        <a:lstStyle/>
        <a:p>
          <a:r>
            <a:rPr lang="vi-VN" b="1">
              <a:solidFill>
                <a:srgbClr val="334155"/>
              </a:solidFill>
              <a:latin typeface="+mj-lt"/>
            </a:rPr>
            <a:t>Gamma, E., Helm, R., Johnson, R. &amp; Vlissides, J. (GoF). </a:t>
          </a:r>
          <a:r>
            <a:rPr lang="vi-VN" b="0" i="1">
              <a:solidFill>
                <a:srgbClr val="334155"/>
              </a:solidFill>
              <a:latin typeface="+mj-lt"/>
            </a:rPr>
            <a:t>Design Patterns: Elements of Reusable Object-Oriented Software</a:t>
          </a:r>
          <a:r>
            <a:rPr lang="vi-VN" b="0">
              <a:solidFill>
                <a:srgbClr val="334155"/>
              </a:solidFill>
              <a:latin typeface="+mj-lt"/>
            </a:rPr>
            <a:t>. Addison-Wesley.</a:t>
          </a:r>
          <a:endParaRPr lang="en-US">
            <a:solidFill>
              <a:srgbClr val="334155"/>
            </a:solidFill>
            <a:latin typeface="+mj-lt"/>
          </a:endParaRPr>
        </a:p>
      </dgm:t>
    </dgm:pt>
    <dgm:pt modelId="{7BAE52C0-C512-4885-826F-5841B197F525}" type="parTrans" cxnId="{7D404D4D-B929-4DCE-B393-0E82A90EB6E6}">
      <dgm:prSet/>
      <dgm:spPr/>
      <dgm:t>
        <a:bodyPr/>
        <a:lstStyle/>
        <a:p>
          <a:endParaRPr lang="en-US"/>
        </a:p>
      </dgm:t>
    </dgm:pt>
    <dgm:pt modelId="{227DB911-E902-400A-9D0F-BF4FCD91A307}" type="sibTrans" cxnId="{7D404D4D-B929-4DCE-B393-0E82A90EB6E6}">
      <dgm:prSet/>
      <dgm:spPr/>
      <dgm:t>
        <a:bodyPr/>
        <a:lstStyle/>
        <a:p>
          <a:endParaRPr lang="en-US"/>
        </a:p>
      </dgm:t>
    </dgm:pt>
    <dgm:pt modelId="{9DB33F2A-F93E-4C64-862F-7BA1AD1D1C2C}" type="pres">
      <dgm:prSet presAssocID="{AE5F147C-2DFB-40F4-AE90-8E35D9E6573D}" presName="vert0" presStyleCnt="0">
        <dgm:presLayoutVars>
          <dgm:dir/>
          <dgm:animOne val="branch"/>
          <dgm:animLvl val="lvl"/>
        </dgm:presLayoutVars>
      </dgm:prSet>
      <dgm:spPr/>
    </dgm:pt>
    <dgm:pt modelId="{BB4074CC-6510-4A29-8A19-9D140846A428}" type="pres">
      <dgm:prSet presAssocID="{EFC9F57B-2BC3-4B62-BEF3-C57F57B35C01}" presName="thickLine" presStyleLbl="alignNode1" presStyleIdx="0" presStyleCnt="6"/>
      <dgm:spPr/>
    </dgm:pt>
    <dgm:pt modelId="{9610920B-59F7-4937-B48D-D7C79DD74CBC}" type="pres">
      <dgm:prSet presAssocID="{EFC9F57B-2BC3-4B62-BEF3-C57F57B35C01}" presName="horz1" presStyleCnt="0"/>
      <dgm:spPr/>
    </dgm:pt>
    <dgm:pt modelId="{DDE212EB-3CB0-4D82-B98B-E2CA3298B211}" type="pres">
      <dgm:prSet presAssocID="{EFC9F57B-2BC3-4B62-BEF3-C57F57B35C01}" presName="tx1" presStyleLbl="revTx" presStyleIdx="0" presStyleCnt="6"/>
      <dgm:spPr/>
    </dgm:pt>
    <dgm:pt modelId="{14533DE3-6290-4B74-BA4F-47F55059CE8F}" type="pres">
      <dgm:prSet presAssocID="{EFC9F57B-2BC3-4B62-BEF3-C57F57B35C01}" presName="vert1" presStyleCnt="0"/>
      <dgm:spPr/>
    </dgm:pt>
    <dgm:pt modelId="{1C4CC7E9-5543-4BD2-A692-64DC643CD485}" type="pres">
      <dgm:prSet presAssocID="{A702C199-5EAB-41B6-806B-69ACCB7340CE}" presName="thickLine" presStyleLbl="alignNode1" presStyleIdx="1" presStyleCnt="6"/>
      <dgm:spPr/>
    </dgm:pt>
    <dgm:pt modelId="{3F09FB44-2702-4A88-B03A-514C15AB9564}" type="pres">
      <dgm:prSet presAssocID="{A702C199-5EAB-41B6-806B-69ACCB7340CE}" presName="horz1" presStyleCnt="0"/>
      <dgm:spPr/>
    </dgm:pt>
    <dgm:pt modelId="{2B170FD5-D658-49CB-A8A4-417176EC4E97}" type="pres">
      <dgm:prSet presAssocID="{A702C199-5EAB-41B6-806B-69ACCB7340CE}" presName="tx1" presStyleLbl="revTx" presStyleIdx="1" presStyleCnt="6"/>
      <dgm:spPr/>
    </dgm:pt>
    <dgm:pt modelId="{683C26DC-B630-4CD4-B640-9D09573F015F}" type="pres">
      <dgm:prSet presAssocID="{A702C199-5EAB-41B6-806B-69ACCB7340CE}" presName="vert1" presStyleCnt="0"/>
      <dgm:spPr/>
    </dgm:pt>
    <dgm:pt modelId="{7A851697-01A2-4531-B410-3D4EC7976051}" type="pres">
      <dgm:prSet presAssocID="{479A1F7D-EFBB-4006-9FA4-ADB1F4DE15D2}" presName="thickLine" presStyleLbl="alignNode1" presStyleIdx="2" presStyleCnt="6"/>
      <dgm:spPr/>
    </dgm:pt>
    <dgm:pt modelId="{CE8BB3C4-13AF-4EDD-9432-114A27AB6E9B}" type="pres">
      <dgm:prSet presAssocID="{479A1F7D-EFBB-4006-9FA4-ADB1F4DE15D2}" presName="horz1" presStyleCnt="0"/>
      <dgm:spPr/>
    </dgm:pt>
    <dgm:pt modelId="{4D1F1D42-28C7-47D7-9D8B-85F865540E66}" type="pres">
      <dgm:prSet presAssocID="{479A1F7D-EFBB-4006-9FA4-ADB1F4DE15D2}" presName="tx1" presStyleLbl="revTx" presStyleIdx="2" presStyleCnt="6"/>
      <dgm:spPr/>
    </dgm:pt>
    <dgm:pt modelId="{527C14B8-FE97-49BA-B944-BD62CCCB62EB}" type="pres">
      <dgm:prSet presAssocID="{479A1F7D-EFBB-4006-9FA4-ADB1F4DE15D2}" presName="vert1" presStyleCnt="0"/>
      <dgm:spPr/>
    </dgm:pt>
    <dgm:pt modelId="{2AAEB7E3-AE01-426B-A065-DFAC8A4AE40D}" type="pres">
      <dgm:prSet presAssocID="{BDAB691B-D5FF-4C1C-A588-D55A0F2471C6}" presName="thickLine" presStyleLbl="alignNode1" presStyleIdx="3" presStyleCnt="6"/>
      <dgm:spPr/>
    </dgm:pt>
    <dgm:pt modelId="{B4EEBADD-72FC-48CC-A194-5EBD4BF1C968}" type="pres">
      <dgm:prSet presAssocID="{BDAB691B-D5FF-4C1C-A588-D55A0F2471C6}" presName="horz1" presStyleCnt="0"/>
      <dgm:spPr/>
    </dgm:pt>
    <dgm:pt modelId="{E68F38D0-DBD5-431D-81DB-12D57D5096C1}" type="pres">
      <dgm:prSet presAssocID="{BDAB691B-D5FF-4C1C-A588-D55A0F2471C6}" presName="tx1" presStyleLbl="revTx" presStyleIdx="3" presStyleCnt="6"/>
      <dgm:spPr/>
    </dgm:pt>
    <dgm:pt modelId="{3D9D1377-C961-4ED2-8565-8E1639FFE9FC}" type="pres">
      <dgm:prSet presAssocID="{BDAB691B-D5FF-4C1C-A588-D55A0F2471C6}" presName="vert1" presStyleCnt="0"/>
      <dgm:spPr/>
    </dgm:pt>
    <dgm:pt modelId="{C8B0ED36-53C0-40FA-A251-8B8048847A7A}" type="pres">
      <dgm:prSet presAssocID="{BA61975B-98F4-4A58-8DBF-E4EA5873E631}" presName="thickLine" presStyleLbl="alignNode1" presStyleIdx="4" presStyleCnt="6"/>
      <dgm:spPr/>
    </dgm:pt>
    <dgm:pt modelId="{6A858FA2-2903-4B48-AB74-3D8815AF9C4B}" type="pres">
      <dgm:prSet presAssocID="{BA61975B-98F4-4A58-8DBF-E4EA5873E631}" presName="horz1" presStyleCnt="0"/>
      <dgm:spPr/>
    </dgm:pt>
    <dgm:pt modelId="{B333379D-EB50-42FD-ABE4-9EDA8AED096C}" type="pres">
      <dgm:prSet presAssocID="{BA61975B-98F4-4A58-8DBF-E4EA5873E631}" presName="tx1" presStyleLbl="revTx" presStyleIdx="4" presStyleCnt="6"/>
      <dgm:spPr/>
    </dgm:pt>
    <dgm:pt modelId="{9945703A-6A1E-4076-B781-CE04866AB735}" type="pres">
      <dgm:prSet presAssocID="{BA61975B-98F4-4A58-8DBF-E4EA5873E631}" presName="vert1" presStyleCnt="0"/>
      <dgm:spPr/>
    </dgm:pt>
    <dgm:pt modelId="{DE7F0466-DA30-4A53-8B80-C93713F3E28E}" type="pres">
      <dgm:prSet presAssocID="{EFBBF21B-B1DA-4DC9-946C-07D674D97588}" presName="thickLine" presStyleLbl="alignNode1" presStyleIdx="5" presStyleCnt="6"/>
      <dgm:spPr/>
    </dgm:pt>
    <dgm:pt modelId="{9B5C3F50-9044-4E5E-8280-2BA7D6AABC4D}" type="pres">
      <dgm:prSet presAssocID="{EFBBF21B-B1DA-4DC9-946C-07D674D97588}" presName="horz1" presStyleCnt="0"/>
      <dgm:spPr/>
    </dgm:pt>
    <dgm:pt modelId="{4B3E4A7D-4934-41B1-873B-8F82D293FEFD}" type="pres">
      <dgm:prSet presAssocID="{EFBBF21B-B1DA-4DC9-946C-07D674D97588}" presName="tx1" presStyleLbl="revTx" presStyleIdx="5" presStyleCnt="6"/>
      <dgm:spPr/>
    </dgm:pt>
    <dgm:pt modelId="{A00ABD68-2176-47F4-B392-603359EC6502}" type="pres">
      <dgm:prSet presAssocID="{EFBBF21B-B1DA-4DC9-946C-07D674D97588}" presName="vert1" presStyleCnt="0"/>
      <dgm:spPr/>
    </dgm:pt>
  </dgm:ptLst>
  <dgm:cxnLst>
    <dgm:cxn modelId="{1F18B015-9779-45C4-9955-2D50608B84F7}" type="presOf" srcId="{BA61975B-98F4-4A58-8DBF-E4EA5873E631}" destId="{B333379D-EB50-42FD-ABE4-9EDA8AED096C}" srcOrd="0" destOrd="0" presId="urn:microsoft.com/office/officeart/2008/layout/LinedList"/>
    <dgm:cxn modelId="{DC8C6D18-AB8D-4918-9B45-ED5AEBAA3578}" srcId="{AE5F147C-2DFB-40F4-AE90-8E35D9E6573D}" destId="{A702C199-5EAB-41B6-806B-69ACCB7340CE}" srcOrd="1" destOrd="0" parTransId="{E3A7D55D-3455-4199-A9E8-D4B4CE072DEA}" sibTransId="{212921D6-AF64-4A78-8C0E-3D470E7C6581}"/>
    <dgm:cxn modelId="{C0EAD929-A855-44E0-BF73-6BD728A9F7A5}" srcId="{AE5F147C-2DFB-40F4-AE90-8E35D9E6573D}" destId="{EFC9F57B-2BC3-4B62-BEF3-C57F57B35C01}" srcOrd="0" destOrd="0" parTransId="{5BE0BC67-94B4-4A94-AFE3-E8180E84B26E}" sibTransId="{0CC018B1-8F93-4422-A0C2-0C2C25BBF2B9}"/>
    <dgm:cxn modelId="{7D404D4D-B929-4DCE-B393-0E82A90EB6E6}" srcId="{AE5F147C-2DFB-40F4-AE90-8E35D9E6573D}" destId="{EFBBF21B-B1DA-4DC9-946C-07D674D97588}" srcOrd="5" destOrd="0" parTransId="{7BAE52C0-C512-4885-826F-5841B197F525}" sibTransId="{227DB911-E902-400A-9D0F-BF4FCD91A307}"/>
    <dgm:cxn modelId="{4C69254E-B53B-46CE-B287-D3F65F6F1FC2}" type="presOf" srcId="{AE5F147C-2DFB-40F4-AE90-8E35D9E6573D}" destId="{9DB33F2A-F93E-4C64-862F-7BA1AD1D1C2C}" srcOrd="0" destOrd="0" presId="urn:microsoft.com/office/officeart/2008/layout/LinedList"/>
    <dgm:cxn modelId="{8BD0CA70-92D4-445A-B8BE-ABA07CD75131}" srcId="{AE5F147C-2DFB-40F4-AE90-8E35D9E6573D}" destId="{BA61975B-98F4-4A58-8DBF-E4EA5873E631}" srcOrd="4" destOrd="0" parTransId="{D2D3AAE9-EDA2-43E8-B6BB-C3E7DD6C44BE}" sibTransId="{B4908D6B-292D-485A-8FC4-B3F4B38835E7}"/>
    <dgm:cxn modelId="{FDC1279B-3747-4497-8E27-7491D66ED650}" type="presOf" srcId="{BDAB691B-D5FF-4C1C-A588-D55A0F2471C6}" destId="{E68F38D0-DBD5-431D-81DB-12D57D5096C1}" srcOrd="0" destOrd="0" presId="urn:microsoft.com/office/officeart/2008/layout/LinedList"/>
    <dgm:cxn modelId="{3E3AE89F-815E-426E-A73C-B697F66ACC04}" srcId="{AE5F147C-2DFB-40F4-AE90-8E35D9E6573D}" destId="{BDAB691B-D5FF-4C1C-A588-D55A0F2471C6}" srcOrd="3" destOrd="0" parTransId="{C417C0BC-FDF7-4706-96D7-81CBBA8400F0}" sibTransId="{949F60DB-BE43-4D68-92B6-B1CF7D97D065}"/>
    <dgm:cxn modelId="{60C1A1BC-9792-4A3A-852B-A6BF8BC5BC53}" srcId="{AE5F147C-2DFB-40F4-AE90-8E35D9E6573D}" destId="{479A1F7D-EFBB-4006-9FA4-ADB1F4DE15D2}" srcOrd="2" destOrd="0" parTransId="{A4660C3B-81A4-41CA-9439-DFA582E268A5}" sibTransId="{A0FB5D62-5E9C-4537-ADBB-3177FBEA04D8}"/>
    <dgm:cxn modelId="{FA8595CB-8A7B-4636-95D3-1D80E140C005}" type="presOf" srcId="{EFC9F57B-2BC3-4B62-BEF3-C57F57B35C01}" destId="{DDE212EB-3CB0-4D82-B98B-E2CA3298B211}" srcOrd="0" destOrd="0" presId="urn:microsoft.com/office/officeart/2008/layout/LinedList"/>
    <dgm:cxn modelId="{6793E7D5-FD45-4BBE-BF67-083A4CB6CB1B}" type="presOf" srcId="{EFBBF21B-B1DA-4DC9-946C-07D674D97588}" destId="{4B3E4A7D-4934-41B1-873B-8F82D293FEFD}" srcOrd="0" destOrd="0" presId="urn:microsoft.com/office/officeart/2008/layout/LinedList"/>
    <dgm:cxn modelId="{086DF5E7-8794-4045-B6D2-151DF99DA49D}" type="presOf" srcId="{A702C199-5EAB-41B6-806B-69ACCB7340CE}" destId="{2B170FD5-D658-49CB-A8A4-417176EC4E97}" srcOrd="0" destOrd="0" presId="urn:microsoft.com/office/officeart/2008/layout/LinedList"/>
    <dgm:cxn modelId="{8C60E0F2-E8F3-4AE7-8910-E67B7304CF93}" type="presOf" srcId="{479A1F7D-EFBB-4006-9FA4-ADB1F4DE15D2}" destId="{4D1F1D42-28C7-47D7-9D8B-85F865540E66}" srcOrd="0" destOrd="0" presId="urn:microsoft.com/office/officeart/2008/layout/LinedList"/>
    <dgm:cxn modelId="{17461B92-C238-47DF-80DD-83F14BF0B5EC}" type="presParOf" srcId="{9DB33F2A-F93E-4C64-862F-7BA1AD1D1C2C}" destId="{BB4074CC-6510-4A29-8A19-9D140846A428}" srcOrd="0" destOrd="0" presId="urn:microsoft.com/office/officeart/2008/layout/LinedList"/>
    <dgm:cxn modelId="{77C526A7-FD47-4A0D-BD57-39EE197086B1}" type="presParOf" srcId="{9DB33F2A-F93E-4C64-862F-7BA1AD1D1C2C}" destId="{9610920B-59F7-4937-B48D-D7C79DD74CBC}" srcOrd="1" destOrd="0" presId="urn:microsoft.com/office/officeart/2008/layout/LinedList"/>
    <dgm:cxn modelId="{C7BF9BE6-8E7E-485E-B9D8-F46F354C038D}" type="presParOf" srcId="{9610920B-59F7-4937-B48D-D7C79DD74CBC}" destId="{DDE212EB-3CB0-4D82-B98B-E2CA3298B211}" srcOrd="0" destOrd="0" presId="urn:microsoft.com/office/officeart/2008/layout/LinedList"/>
    <dgm:cxn modelId="{F5CAED48-B1A6-47C0-B98F-AC3404EEBB4A}" type="presParOf" srcId="{9610920B-59F7-4937-B48D-D7C79DD74CBC}" destId="{14533DE3-6290-4B74-BA4F-47F55059CE8F}" srcOrd="1" destOrd="0" presId="urn:microsoft.com/office/officeart/2008/layout/LinedList"/>
    <dgm:cxn modelId="{A04D518E-E2F2-48CC-90B3-6BC1FCEA3FDB}" type="presParOf" srcId="{9DB33F2A-F93E-4C64-862F-7BA1AD1D1C2C}" destId="{1C4CC7E9-5543-4BD2-A692-64DC643CD485}" srcOrd="2" destOrd="0" presId="urn:microsoft.com/office/officeart/2008/layout/LinedList"/>
    <dgm:cxn modelId="{00484BAA-7AF0-4CE3-B5CF-61FD4CC8ECAC}" type="presParOf" srcId="{9DB33F2A-F93E-4C64-862F-7BA1AD1D1C2C}" destId="{3F09FB44-2702-4A88-B03A-514C15AB9564}" srcOrd="3" destOrd="0" presId="urn:microsoft.com/office/officeart/2008/layout/LinedList"/>
    <dgm:cxn modelId="{B3280C13-DA92-4E0E-9DB3-3A470B1B194E}" type="presParOf" srcId="{3F09FB44-2702-4A88-B03A-514C15AB9564}" destId="{2B170FD5-D658-49CB-A8A4-417176EC4E97}" srcOrd="0" destOrd="0" presId="urn:microsoft.com/office/officeart/2008/layout/LinedList"/>
    <dgm:cxn modelId="{CE90D94C-EA8A-48F5-8DE3-70A61A060891}" type="presParOf" srcId="{3F09FB44-2702-4A88-B03A-514C15AB9564}" destId="{683C26DC-B630-4CD4-B640-9D09573F015F}" srcOrd="1" destOrd="0" presId="urn:microsoft.com/office/officeart/2008/layout/LinedList"/>
    <dgm:cxn modelId="{D20A9253-89F4-4E0D-A447-4CBB994A1C96}" type="presParOf" srcId="{9DB33F2A-F93E-4C64-862F-7BA1AD1D1C2C}" destId="{7A851697-01A2-4531-B410-3D4EC7976051}" srcOrd="4" destOrd="0" presId="urn:microsoft.com/office/officeart/2008/layout/LinedList"/>
    <dgm:cxn modelId="{4A18A60A-2162-45CD-9711-388C84DC3B15}" type="presParOf" srcId="{9DB33F2A-F93E-4C64-862F-7BA1AD1D1C2C}" destId="{CE8BB3C4-13AF-4EDD-9432-114A27AB6E9B}" srcOrd="5" destOrd="0" presId="urn:microsoft.com/office/officeart/2008/layout/LinedList"/>
    <dgm:cxn modelId="{8F24E0E6-ECAC-45B4-8FCC-CCE2C2307A6C}" type="presParOf" srcId="{CE8BB3C4-13AF-4EDD-9432-114A27AB6E9B}" destId="{4D1F1D42-28C7-47D7-9D8B-85F865540E66}" srcOrd="0" destOrd="0" presId="urn:microsoft.com/office/officeart/2008/layout/LinedList"/>
    <dgm:cxn modelId="{E17CF4CF-64C8-4580-B681-32D642F994CC}" type="presParOf" srcId="{CE8BB3C4-13AF-4EDD-9432-114A27AB6E9B}" destId="{527C14B8-FE97-49BA-B944-BD62CCCB62EB}" srcOrd="1" destOrd="0" presId="urn:microsoft.com/office/officeart/2008/layout/LinedList"/>
    <dgm:cxn modelId="{48CDFC87-F6DD-4B91-B0DB-5B3D582C1619}" type="presParOf" srcId="{9DB33F2A-F93E-4C64-862F-7BA1AD1D1C2C}" destId="{2AAEB7E3-AE01-426B-A065-DFAC8A4AE40D}" srcOrd="6" destOrd="0" presId="urn:microsoft.com/office/officeart/2008/layout/LinedList"/>
    <dgm:cxn modelId="{D4987749-66A2-4425-8DB8-202E4B74DE5D}" type="presParOf" srcId="{9DB33F2A-F93E-4C64-862F-7BA1AD1D1C2C}" destId="{B4EEBADD-72FC-48CC-A194-5EBD4BF1C968}" srcOrd="7" destOrd="0" presId="urn:microsoft.com/office/officeart/2008/layout/LinedList"/>
    <dgm:cxn modelId="{3C7363D3-EDBA-444B-B536-9D2C8E9125BE}" type="presParOf" srcId="{B4EEBADD-72FC-48CC-A194-5EBD4BF1C968}" destId="{E68F38D0-DBD5-431D-81DB-12D57D5096C1}" srcOrd="0" destOrd="0" presId="urn:microsoft.com/office/officeart/2008/layout/LinedList"/>
    <dgm:cxn modelId="{3CD2CB40-AA7D-4DC0-BB82-4EAF113D313C}" type="presParOf" srcId="{B4EEBADD-72FC-48CC-A194-5EBD4BF1C968}" destId="{3D9D1377-C961-4ED2-8565-8E1639FFE9FC}" srcOrd="1" destOrd="0" presId="urn:microsoft.com/office/officeart/2008/layout/LinedList"/>
    <dgm:cxn modelId="{E23D26E5-9421-46C9-9957-E361CE32B84A}" type="presParOf" srcId="{9DB33F2A-F93E-4C64-862F-7BA1AD1D1C2C}" destId="{C8B0ED36-53C0-40FA-A251-8B8048847A7A}" srcOrd="8" destOrd="0" presId="urn:microsoft.com/office/officeart/2008/layout/LinedList"/>
    <dgm:cxn modelId="{FFB38870-952C-4420-8B95-7F6B71F682F4}" type="presParOf" srcId="{9DB33F2A-F93E-4C64-862F-7BA1AD1D1C2C}" destId="{6A858FA2-2903-4B48-AB74-3D8815AF9C4B}" srcOrd="9" destOrd="0" presId="urn:microsoft.com/office/officeart/2008/layout/LinedList"/>
    <dgm:cxn modelId="{03F80A20-68F7-4E01-8085-FC075DC7974C}" type="presParOf" srcId="{6A858FA2-2903-4B48-AB74-3D8815AF9C4B}" destId="{B333379D-EB50-42FD-ABE4-9EDA8AED096C}" srcOrd="0" destOrd="0" presId="urn:microsoft.com/office/officeart/2008/layout/LinedList"/>
    <dgm:cxn modelId="{8700AD02-C029-41D0-A7DF-F9D4F01F0BFA}" type="presParOf" srcId="{6A858FA2-2903-4B48-AB74-3D8815AF9C4B}" destId="{9945703A-6A1E-4076-B781-CE04866AB735}" srcOrd="1" destOrd="0" presId="urn:microsoft.com/office/officeart/2008/layout/LinedList"/>
    <dgm:cxn modelId="{789A6A09-42EE-489B-A26E-37AA4658109F}" type="presParOf" srcId="{9DB33F2A-F93E-4C64-862F-7BA1AD1D1C2C}" destId="{DE7F0466-DA30-4A53-8B80-C93713F3E28E}" srcOrd="10" destOrd="0" presId="urn:microsoft.com/office/officeart/2008/layout/LinedList"/>
    <dgm:cxn modelId="{0B190588-CB53-4B57-B564-11ECDD4CBF1B}" type="presParOf" srcId="{9DB33F2A-F93E-4C64-862F-7BA1AD1D1C2C}" destId="{9B5C3F50-9044-4E5E-8280-2BA7D6AABC4D}" srcOrd="11" destOrd="0" presId="urn:microsoft.com/office/officeart/2008/layout/LinedList"/>
    <dgm:cxn modelId="{E0009323-A498-4EF8-8D6D-28BC9DD5B4EF}" type="presParOf" srcId="{9B5C3F50-9044-4E5E-8280-2BA7D6AABC4D}" destId="{4B3E4A7D-4934-41B1-873B-8F82D293FEFD}" srcOrd="0" destOrd="0" presId="urn:microsoft.com/office/officeart/2008/layout/LinedList"/>
    <dgm:cxn modelId="{90585FEE-FA7D-4B35-85F1-9A55835558A8}" type="presParOf" srcId="{9B5C3F50-9044-4E5E-8280-2BA7D6AABC4D}" destId="{A00ABD68-2176-47F4-B392-603359EC6502}"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B4074CC-6510-4A29-8A19-9D140846A428}">
      <dsp:nvSpPr>
        <dsp:cNvPr id="0" name=""/>
        <dsp:cNvSpPr/>
      </dsp:nvSpPr>
      <dsp:spPr>
        <a:xfrm>
          <a:off x="0" y="2009"/>
          <a:ext cx="11201399"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DE212EB-3CB0-4D82-B98B-E2CA3298B211}">
      <dsp:nvSpPr>
        <dsp:cNvPr id="0" name=""/>
        <dsp:cNvSpPr/>
      </dsp:nvSpPr>
      <dsp:spPr>
        <a:xfrm>
          <a:off x="0" y="2009"/>
          <a:ext cx="11201399" cy="6851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vi-VN" sz="1900" b="1" kern="1200">
              <a:solidFill>
                <a:srgbClr val="334155"/>
              </a:solidFill>
              <a:latin typeface="+mj-lt"/>
            </a:rPr>
            <a:t>Khóa học lập trình ASP.NET MVC</a:t>
          </a:r>
          <a:r>
            <a:rPr lang="vi-VN" sz="1900" b="0" kern="1200">
              <a:solidFill>
                <a:srgbClr val="334155"/>
              </a:solidFill>
              <a:latin typeface="+mj-lt"/>
            </a:rPr>
            <a:t> — TEDU (tedu.com.vn).</a:t>
          </a:r>
          <a:endParaRPr lang="en-US" sz="1900" kern="1200">
            <a:solidFill>
              <a:srgbClr val="334155"/>
            </a:solidFill>
            <a:latin typeface="+mj-lt"/>
          </a:endParaRPr>
        </a:p>
      </dsp:txBody>
      <dsp:txXfrm>
        <a:off x="0" y="2009"/>
        <a:ext cx="11201399" cy="685130"/>
      </dsp:txXfrm>
    </dsp:sp>
    <dsp:sp modelId="{1C4CC7E9-5543-4BD2-A692-64DC643CD485}">
      <dsp:nvSpPr>
        <dsp:cNvPr id="0" name=""/>
        <dsp:cNvSpPr/>
      </dsp:nvSpPr>
      <dsp:spPr>
        <a:xfrm>
          <a:off x="0" y="687139"/>
          <a:ext cx="11201399"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B170FD5-D658-49CB-A8A4-417176EC4E97}">
      <dsp:nvSpPr>
        <dsp:cNvPr id="0" name=""/>
        <dsp:cNvSpPr/>
      </dsp:nvSpPr>
      <dsp:spPr>
        <a:xfrm>
          <a:off x="0" y="687139"/>
          <a:ext cx="11201399" cy="6851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vi-VN" sz="1900" b="1" kern="1200">
              <a:solidFill>
                <a:srgbClr val="334155"/>
              </a:solidFill>
              <a:latin typeface="+mj-lt"/>
            </a:rPr>
            <a:t>Template Bootstrap SB Admin 2</a:t>
          </a:r>
          <a:r>
            <a:rPr lang="vi-VN" sz="1900" b="0" kern="1200">
              <a:solidFill>
                <a:srgbClr val="334155"/>
              </a:solidFill>
              <a:latin typeface="+mj-lt"/>
            </a:rPr>
            <a:t> — Start Bootstrap (startbootstrap.com).</a:t>
          </a:r>
          <a:endParaRPr lang="en-US" sz="1900" kern="1200">
            <a:solidFill>
              <a:srgbClr val="334155"/>
            </a:solidFill>
            <a:latin typeface="+mj-lt"/>
          </a:endParaRPr>
        </a:p>
      </dsp:txBody>
      <dsp:txXfrm>
        <a:off x="0" y="687139"/>
        <a:ext cx="11201399" cy="685130"/>
      </dsp:txXfrm>
    </dsp:sp>
    <dsp:sp modelId="{7A851697-01A2-4531-B410-3D4EC7976051}">
      <dsp:nvSpPr>
        <dsp:cNvPr id="0" name=""/>
        <dsp:cNvSpPr/>
      </dsp:nvSpPr>
      <dsp:spPr>
        <a:xfrm>
          <a:off x="0" y="1372269"/>
          <a:ext cx="11201399"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D1F1D42-28C7-47D7-9D8B-85F865540E66}">
      <dsp:nvSpPr>
        <dsp:cNvPr id="0" name=""/>
        <dsp:cNvSpPr/>
      </dsp:nvSpPr>
      <dsp:spPr>
        <a:xfrm>
          <a:off x="0" y="1372269"/>
          <a:ext cx="11201399" cy="6851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vi-VN" sz="1900" b="1" kern="1200">
              <a:solidFill>
                <a:srgbClr val="334155"/>
              </a:solidFill>
              <a:latin typeface="+mj-lt"/>
            </a:rPr>
            <a:t>Freeman, Adam. </a:t>
          </a:r>
          <a:r>
            <a:rPr lang="vi-VN" sz="1900" b="0" i="1" kern="1200">
              <a:solidFill>
                <a:srgbClr val="334155"/>
              </a:solidFill>
              <a:latin typeface="+mj-lt"/>
            </a:rPr>
            <a:t>Pro ASP.NET Core 9</a:t>
          </a:r>
          <a:r>
            <a:rPr lang="vi-VN" sz="1900" b="0" kern="1200">
              <a:solidFill>
                <a:srgbClr val="334155"/>
              </a:solidFill>
              <a:latin typeface="+mj-lt"/>
            </a:rPr>
            <a:t>. Apress.</a:t>
          </a:r>
          <a:endParaRPr lang="en-US" sz="1900" kern="1200">
            <a:solidFill>
              <a:srgbClr val="334155"/>
            </a:solidFill>
            <a:latin typeface="+mj-lt"/>
          </a:endParaRPr>
        </a:p>
      </dsp:txBody>
      <dsp:txXfrm>
        <a:off x="0" y="1372269"/>
        <a:ext cx="11201399" cy="685130"/>
      </dsp:txXfrm>
    </dsp:sp>
    <dsp:sp modelId="{2AAEB7E3-AE01-426B-A065-DFAC8A4AE40D}">
      <dsp:nvSpPr>
        <dsp:cNvPr id="0" name=""/>
        <dsp:cNvSpPr/>
      </dsp:nvSpPr>
      <dsp:spPr>
        <a:xfrm>
          <a:off x="0" y="2057400"/>
          <a:ext cx="11201399"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68F38D0-DBD5-431D-81DB-12D57D5096C1}">
      <dsp:nvSpPr>
        <dsp:cNvPr id="0" name=""/>
        <dsp:cNvSpPr/>
      </dsp:nvSpPr>
      <dsp:spPr>
        <a:xfrm>
          <a:off x="0" y="2057400"/>
          <a:ext cx="11201399" cy="6851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vi-VN" sz="1900" b="1" kern="1200">
              <a:solidFill>
                <a:srgbClr val="334155"/>
              </a:solidFill>
              <a:latin typeface="+mj-lt"/>
            </a:rPr>
            <a:t>Albahari, Joseph &amp; Ben. </a:t>
          </a:r>
          <a:r>
            <a:rPr lang="vi-VN" sz="1900" b="0" i="1" kern="1200">
              <a:solidFill>
                <a:srgbClr val="334155"/>
              </a:solidFill>
              <a:latin typeface="+mj-lt"/>
            </a:rPr>
            <a:t>C# 12 in a Nutshell</a:t>
          </a:r>
          <a:r>
            <a:rPr lang="vi-VN" sz="1900" b="0" kern="1200">
              <a:solidFill>
                <a:srgbClr val="334155"/>
              </a:solidFill>
              <a:latin typeface="+mj-lt"/>
            </a:rPr>
            <a:t>. O'Reilly Media</a:t>
          </a:r>
          <a:r>
            <a:rPr lang="vi-VN" sz="1900" b="0" kern="1200">
              <a:latin typeface="+mj-lt"/>
            </a:rPr>
            <a:t>.</a:t>
          </a:r>
          <a:endParaRPr lang="en-US" sz="1900" kern="1200">
            <a:latin typeface="+mj-lt"/>
          </a:endParaRPr>
        </a:p>
      </dsp:txBody>
      <dsp:txXfrm>
        <a:off x="0" y="2057400"/>
        <a:ext cx="11201399" cy="685130"/>
      </dsp:txXfrm>
    </dsp:sp>
    <dsp:sp modelId="{C8B0ED36-53C0-40FA-A251-8B8048847A7A}">
      <dsp:nvSpPr>
        <dsp:cNvPr id="0" name=""/>
        <dsp:cNvSpPr/>
      </dsp:nvSpPr>
      <dsp:spPr>
        <a:xfrm>
          <a:off x="0" y="2742530"/>
          <a:ext cx="11201399"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333379D-EB50-42FD-ABE4-9EDA8AED096C}">
      <dsp:nvSpPr>
        <dsp:cNvPr id="0" name=""/>
        <dsp:cNvSpPr/>
      </dsp:nvSpPr>
      <dsp:spPr>
        <a:xfrm>
          <a:off x="0" y="2742530"/>
          <a:ext cx="11201399" cy="6851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vi-VN" sz="1900" b="1" kern="1200">
              <a:solidFill>
                <a:srgbClr val="334155"/>
              </a:solidFill>
              <a:latin typeface="+mj-lt"/>
            </a:rPr>
            <a:t>Martin, Robert C. </a:t>
          </a:r>
          <a:r>
            <a:rPr lang="vi-VN" sz="1900" b="0" i="1" kern="1200">
              <a:solidFill>
                <a:srgbClr val="334155"/>
              </a:solidFill>
              <a:latin typeface="+mj-lt"/>
            </a:rPr>
            <a:t>Clean Code: A Handbook of Agile Software Craftsmanship</a:t>
          </a:r>
          <a:r>
            <a:rPr lang="vi-VN" sz="1900" b="0" kern="1200">
              <a:solidFill>
                <a:srgbClr val="334155"/>
              </a:solidFill>
              <a:latin typeface="+mj-lt"/>
            </a:rPr>
            <a:t>. Prentice Hall.</a:t>
          </a:r>
          <a:endParaRPr lang="en-US" sz="1900" kern="1200">
            <a:solidFill>
              <a:srgbClr val="334155"/>
            </a:solidFill>
            <a:latin typeface="+mj-lt"/>
          </a:endParaRPr>
        </a:p>
      </dsp:txBody>
      <dsp:txXfrm>
        <a:off x="0" y="2742530"/>
        <a:ext cx="11201399" cy="685130"/>
      </dsp:txXfrm>
    </dsp:sp>
    <dsp:sp modelId="{DE7F0466-DA30-4A53-8B80-C93713F3E28E}">
      <dsp:nvSpPr>
        <dsp:cNvPr id="0" name=""/>
        <dsp:cNvSpPr/>
      </dsp:nvSpPr>
      <dsp:spPr>
        <a:xfrm>
          <a:off x="0" y="3427660"/>
          <a:ext cx="11201399"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B3E4A7D-4934-41B1-873B-8F82D293FEFD}">
      <dsp:nvSpPr>
        <dsp:cNvPr id="0" name=""/>
        <dsp:cNvSpPr/>
      </dsp:nvSpPr>
      <dsp:spPr>
        <a:xfrm>
          <a:off x="0" y="3427660"/>
          <a:ext cx="11201399" cy="6851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vi-VN" sz="1900" b="1" kern="1200">
              <a:solidFill>
                <a:srgbClr val="334155"/>
              </a:solidFill>
              <a:latin typeface="+mj-lt"/>
            </a:rPr>
            <a:t>Gamma, E., Helm, R., Johnson, R. &amp; Vlissides, J. (GoF). </a:t>
          </a:r>
          <a:r>
            <a:rPr lang="vi-VN" sz="1900" b="0" i="1" kern="1200">
              <a:solidFill>
                <a:srgbClr val="334155"/>
              </a:solidFill>
              <a:latin typeface="+mj-lt"/>
            </a:rPr>
            <a:t>Design Patterns: Elements of Reusable Object-Oriented Software</a:t>
          </a:r>
          <a:r>
            <a:rPr lang="vi-VN" sz="1900" b="0" kern="1200">
              <a:solidFill>
                <a:srgbClr val="334155"/>
              </a:solidFill>
              <a:latin typeface="+mj-lt"/>
            </a:rPr>
            <a:t>. Addison-Wesley.</a:t>
          </a:r>
          <a:endParaRPr lang="en-US" sz="1900" kern="1200">
            <a:solidFill>
              <a:srgbClr val="334155"/>
            </a:solidFill>
            <a:latin typeface="+mj-lt"/>
          </a:endParaRPr>
        </a:p>
      </dsp:txBody>
      <dsp:txXfrm>
        <a:off x="0" y="3427660"/>
        <a:ext cx="11201399" cy="685130"/>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23-07-2026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23-07-2026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23-07-2026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23-07-2026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23-07-2026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23-07-2026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23-07-2026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23-07-2026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23-07-2026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23-07-2026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23-07-2026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23-07-2026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jp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3.png"/><Relationship Id="rId10" Type="http://schemas.openxmlformats.org/officeDocument/2006/relationships/image" Target="../media/image18.png"/><Relationship Id="rId4" Type="http://schemas.openxmlformats.org/officeDocument/2006/relationships/image" Target="../media/image12.png"/><Relationship Id="rId9" Type="http://schemas.openxmlformats.org/officeDocument/2006/relationships/image" Target="../media/image17.png"/></Relationships>
</file>

<file path=ppt/slides/_rels/slide4.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image" Target="../media/image19.png"/><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 Id="rId9" Type="http://schemas.openxmlformats.org/officeDocument/2006/relationships/image" Target="../media/image26.png"/></Relationships>
</file>

<file path=ppt/slides/_rels/slide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7.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34.pn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8.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41.png"/><Relationship Id="rId7" Type="http://schemas.openxmlformats.org/officeDocument/2006/relationships/image" Target="../media/image45.png"/><Relationship Id="rId2" Type="http://schemas.openxmlformats.org/officeDocument/2006/relationships/image" Target="../media/image40.png"/><Relationship Id="rId1" Type="http://schemas.openxmlformats.org/officeDocument/2006/relationships/slideLayout" Target="../slideLayouts/slideLayout7.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9.xml.rels><?xml version="1.0" encoding="UTF-8" standalone="yes"?>
<Relationships xmlns="http://schemas.openxmlformats.org/package/2006/relationships"><Relationship Id="rId8" Type="http://schemas.openxmlformats.org/officeDocument/2006/relationships/image" Target="../media/image50.png"/><Relationship Id="rId3" Type="http://schemas.openxmlformats.org/officeDocument/2006/relationships/image" Target="../media/image11.png"/><Relationship Id="rId7" Type="http://schemas.openxmlformats.org/officeDocument/2006/relationships/image" Target="../media/image49.pn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48.png"/><Relationship Id="rId5" Type="http://schemas.openxmlformats.org/officeDocument/2006/relationships/image" Target="../media/image47.png"/><Relationship Id="rId10" Type="http://schemas.openxmlformats.org/officeDocument/2006/relationships/image" Target="../media/image52.png"/><Relationship Id="rId4" Type="http://schemas.openxmlformats.org/officeDocument/2006/relationships/image" Target="../media/image12.png"/><Relationship Id="rId9" Type="http://schemas.openxmlformats.org/officeDocument/2006/relationships/image" Target="../media/image5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7.xml"/><Relationship Id="rId5" Type="http://schemas.openxmlformats.org/officeDocument/2006/relationships/image" Target="../media/image56.png"/><Relationship Id="rId4" Type="http://schemas.openxmlformats.org/officeDocument/2006/relationships/image" Target="../media/image55.png"/></Relationships>
</file>

<file path=ppt/slides/_rels/slide12.xml.rels><?xml version="1.0" encoding="UTF-8" standalone="yes"?>
<Relationships xmlns="http://schemas.openxmlformats.org/package/2006/relationships"><Relationship Id="rId3" Type="http://schemas.openxmlformats.org/officeDocument/2006/relationships/image" Target="../media/image57.jp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58.png"/></Relationships>
</file>

<file path=ppt/slides/_rels/slide13.xml.rels><?xml version="1.0" encoding="UTF-8" standalone="yes"?>
<Relationships xmlns="http://schemas.openxmlformats.org/package/2006/relationships"><Relationship Id="rId3" Type="http://schemas.openxmlformats.org/officeDocument/2006/relationships/image" Target="../media/image59.jpg"/><Relationship Id="rId7" Type="http://schemas.openxmlformats.org/officeDocument/2006/relationships/image" Target="../media/image63.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62.png"/><Relationship Id="rId5" Type="http://schemas.openxmlformats.org/officeDocument/2006/relationships/image" Target="../media/image61.png"/><Relationship Id="rId4" Type="http://schemas.openxmlformats.org/officeDocument/2006/relationships/image" Target="../media/image60.png"/></Relationships>
</file>

<file path=ppt/slides/_rels/slide14.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7.xml"/><Relationship Id="rId5" Type="http://schemas.openxmlformats.org/officeDocument/2006/relationships/image" Target="../media/image67.png"/><Relationship Id="rId4" Type="http://schemas.openxmlformats.org/officeDocument/2006/relationships/image" Target="../media/image66.png"/></Relationships>
</file>

<file path=ppt/slides/_rels/slide15.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71.png"/><Relationship Id="rId5" Type="http://schemas.openxmlformats.org/officeDocument/2006/relationships/image" Target="../media/image70.png"/><Relationship Id="rId4" Type="http://schemas.openxmlformats.org/officeDocument/2006/relationships/image" Target="../media/image69.png"/></Relationships>
</file>

<file path=ppt/slides/_rels/slide16.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jpg"/><Relationship Id="rId1" Type="http://schemas.openxmlformats.org/officeDocument/2006/relationships/slideLayout" Target="../slideLayouts/slideLayout7.xml"/><Relationship Id="rId5" Type="http://schemas.openxmlformats.org/officeDocument/2006/relationships/image" Target="../media/image75.png"/><Relationship Id="rId4" Type="http://schemas.openxmlformats.org/officeDocument/2006/relationships/image" Target="../media/image74.png"/></Relationships>
</file>

<file path=ppt/slides/_rels/slide17.xml.rels><?xml version="1.0" encoding="UTF-8" standalone="yes"?>
<Relationships xmlns="http://schemas.openxmlformats.org/package/2006/relationships"><Relationship Id="rId3" Type="http://schemas.openxmlformats.org/officeDocument/2006/relationships/image" Target="../media/image76.jp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79.png"/><Relationship Id="rId5" Type="http://schemas.openxmlformats.org/officeDocument/2006/relationships/image" Target="../media/image78.png"/><Relationship Id="rId4" Type="http://schemas.openxmlformats.org/officeDocument/2006/relationships/image" Target="../media/image77.png"/></Relationships>
</file>

<file path=ppt/slides/_rels/slide18.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jpg"/><Relationship Id="rId1" Type="http://schemas.openxmlformats.org/officeDocument/2006/relationships/slideLayout" Target="../slideLayouts/slideLayout7.xml"/><Relationship Id="rId5" Type="http://schemas.openxmlformats.org/officeDocument/2006/relationships/image" Target="../media/image83.png"/><Relationship Id="rId4" Type="http://schemas.openxmlformats.org/officeDocument/2006/relationships/image" Target="../media/image82.png"/></Relationships>
</file>

<file path=ppt/slides/_rels/slide19.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87.png"/><Relationship Id="rId5" Type="http://schemas.openxmlformats.org/officeDocument/2006/relationships/image" Target="../media/image86.png"/><Relationship Id="rId4" Type="http://schemas.openxmlformats.org/officeDocument/2006/relationships/image" Target="../media/image85.png"/></Relationships>
</file>

<file path=ppt/slides/_rels/slide20.xml.rels><?xml version="1.0" encoding="UTF-8" standalone="yes"?>
<Relationships xmlns="http://schemas.openxmlformats.org/package/2006/relationships"><Relationship Id="rId8" Type="http://schemas.openxmlformats.org/officeDocument/2006/relationships/image" Target="../media/image94.png"/><Relationship Id="rId3" Type="http://schemas.openxmlformats.org/officeDocument/2006/relationships/image" Target="../media/image89.png"/><Relationship Id="rId7" Type="http://schemas.openxmlformats.org/officeDocument/2006/relationships/image" Target="../media/image93.png"/><Relationship Id="rId2" Type="http://schemas.openxmlformats.org/officeDocument/2006/relationships/image" Target="../media/image88.png"/><Relationship Id="rId1" Type="http://schemas.openxmlformats.org/officeDocument/2006/relationships/slideLayout" Target="../slideLayouts/slideLayout7.xml"/><Relationship Id="rId6" Type="http://schemas.openxmlformats.org/officeDocument/2006/relationships/image" Target="../media/image92.png"/><Relationship Id="rId5" Type="http://schemas.openxmlformats.org/officeDocument/2006/relationships/image" Target="../media/image91.png"/><Relationship Id="rId10" Type="http://schemas.openxmlformats.org/officeDocument/2006/relationships/image" Target="../media/image96.png"/><Relationship Id="rId4" Type="http://schemas.openxmlformats.org/officeDocument/2006/relationships/image" Target="../media/image90.png"/><Relationship Id="rId9" Type="http://schemas.openxmlformats.org/officeDocument/2006/relationships/image" Target="../media/image95.png"/></Relationships>
</file>

<file path=ppt/slides/_rels/slide21.xml.rels><?xml version="1.0" encoding="UTF-8" standalone="yes"?>
<Relationships xmlns="http://schemas.openxmlformats.org/package/2006/relationships"><Relationship Id="rId8" Type="http://schemas.openxmlformats.org/officeDocument/2006/relationships/image" Target="../media/image102.png"/><Relationship Id="rId3" Type="http://schemas.openxmlformats.org/officeDocument/2006/relationships/image" Target="../media/image98.png"/><Relationship Id="rId7" Type="http://schemas.openxmlformats.org/officeDocument/2006/relationships/image" Target="../media/image101.png"/><Relationship Id="rId2" Type="http://schemas.openxmlformats.org/officeDocument/2006/relationships/image" Target="../media/image97.png"/><Relationship Id="rId1" Type="http://schemas.openxmlformats.org/officeDocument/2006/relationships/slideLayout" Target="../slideLayouts/slideLayout7.xml"/><Relationship Id="rId6" Type="http://schemas.openxmlformats.org/officeDocument/2006/relationships/image" Target="../media/image100.png"/><Relationship Id="rId5" Type="http://schemas.openxmlformats.org/officeDocument/2006/relationships/image" Target="../media/image47.png"/><Relationship Id="rId10" Type="http://schemas.openxmlformats.org/officeDocument/2006/relationships/image" Target="../media/image104.png"/><Relationship Id="rId4" Type="http://schemas.openxmlformats.org/officeDocument/2006/relationships/image" Target="../media/image99.png"/><Relationship Id="rId9" Type="http://schemas.openxmlformats.org/officeDocument/2006/relationships/image" Target="../media/image103.png"/></Relationships>
</file>

<file path=ppt/slides/_rels/slide22.xml.rels><?xml version="1.0" encoding="UTF-8" standalone="yes"?>
<Relationships xmlns="http://schemas.openxmlformats.org/package/2006/relationships"><Relationship Id="rId8" Type="http://schemas.openxmlformats.org/officeDocument/2006/relationships/image" Target="../media/image111.png"/><Relationship Id="rId3" Type="http://schemas.openxmlformats.org/officeDocument/2006/relationships/image" Target="../media/image106.png"/><Relationship Id="rId7" Type="http://schemas.openxmlformats.org/officeDocument/2006/relationships/image" Target="../media/image110.png"/><Relationship Id="rId2" Type="http://schemas.openxmlformats.org/officeDocument/2006/relationships/image" Target="../media/image105.png"/><Relationship Id="rId1" Type="http://schemas.openxmlformats.org/officeDocument/2006/relationships/slideLayout" Target="../slideLayouts/slideLayout7.xml"/><Relationship Id="rId6" Type="http://schemas.openxmlformats.org/officeDocument/2006/relationships/image" Target="../media/image109.png"/><Relationship Id="rId5" Type="http://schemas.openxmlformats.org/officeDocument/2006/relationships/image" Target="../media/image108.png"/><Relationship Id="rId10" Type="http://schemas.openxmlformats.org/officeDocument/2006/relationships/image" Target="../media/image113.png"/><Relationship Id="rId4" Type="http://schemas.openxmlformats.org/officeDocument/2006/relationships/image" Target="../media/image107.png"/><Relationship Id="rId9" Type="http://schemas.openxmlformats.org/officeDocument/2006/relationships/image" Target="../media/image112.png"/></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4.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hyperlink" Target="https://github.com/danhtnt020893/ASPNET-DK25TTC2-TRANGNGUYENTHANHDANH-BANLAPTOP" TargetMode="Externa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5715000"/>
          </a:xfrm>
          <a:prstGeom prst="rect">
            <a:avLst/>
          </a:prstGeom>
        </p:spPr>
      </p:pic>
      <p:pic>
        <p:nvPicPr>
          <p:cNvPr id="3" name="Picture 2" descr="image.png"/>
          <p:cNvPicPr>
            <a:picLocks noChangeAspect="1"/>
          </p:cNvPicPr>
          <p:nvPr/>
        </p:nvPicPr>
        <p:blipFill>
          <a:blip r:embed="rId3"/>
          <a:stretch>
            <a:fillRect/>
          </a:stretch>
        </p:blipFill>
        <p:spPr>
          <a:xfrm>
            <a:off x="3754978" y="4142575"/>
            <a:ext cx="4682039" cy="1211274"/>
          </a:xfrm>
          <a:prstGeom prst="rect">
            <a:avLst/>
          </a:prstGeom>
        </p:spPr>
      </p:pic>
      <p:pic>
        <p:nvPicPr>
          <p:cNvPr id="4" name="Picture 3"/>
          <p:cNvPicPr>
            <a:picLocks noChangeAspect="1"/>
          </p:cNvPicPr>
          <p:nvPr/>
        </p:nvPicPr>
        <p:blipFill>
          <a:blip r:embed="rId4"/>
          <a:srcRect/>
          <a:stretch/>
        </p:blipFill>
        <p:spPr>
          <a:xfrm>
            <a:off x="5355045" y="181025"/>
            <a:ext cx="1481907" cy="1481907"/>
          </a:xfrm>
          <a:prstGeom prst="rect">
            <a:avLst/>
          </a:prstGeom>
        </p:spPr>
      </p:pic>
      <p:sp>
        <p:nvSpPr>
          <p:cNvPr id="5" name="TextBox 4"/>
          <p:cNvSpPr txBox="1"/>
          <p:nvPr/>
        </p:nvSpPr>
        <p:spPr>
          <a:xfrm>
            <a:off x="2945606" y="1848548"/>
            <a:ext cx="6300787" cy="1462980"/>
          </a:xfrm>
          <a:prstGeom prst="rect">
            <a:avLst/>
          </a:prstGeom>
          <a:noFill/>
        </p:spPr>
        <p:txBody>
          <a:bodyPr wrap="square" lIns="0" tIns="0" rIns="0" bIns="0" anchor="t">
            <a:spAutoFit/>
          </a:bodyPr>
          <a:lstStyle/>
          <a:p>
            <a:pPr algn="ctr">
              <a:lnSpc>
                <a:spcPts val="5759"/>
              </a:lnSpc>
            </a:pPr>
            <a:r>
              <a:rPr sz="4800" b="1" i="0" u="none">
                <a:solidFill>
                  <a:srgbClr val="0F172A"/>
                </a:solidFill>
                <a:latin typeface="Times New Roman" panose="02020603050405020304" pitchFamily="18" charset="0"/>
                <a:cs typeface="Times New Roman" panose="02020603050405020304" pitchFamily="18" charset="0"/>
              </a:rPr>
              <a:t>XÂY DỰNG WEBSITE</a:t>
            </a:r>
            <a:r>
              <a:rPr>
                <a:latin typeface="Times New Roman" panose="02020603050405020304" pitchFamily="18" charset="0"/>
                <a:cs typeface="Times New Roman" panose="02020603050405020304" pitchFamily="18" charset="0"/>
              </a:rPr>
              <a:t>
</a:t>
            </a:r>
            <a:r>
              <a:rPr sz="4800" b="1" i="0" u="none">
                <a:solidFill>
                  <a:srgbClr val="0F172A"/>
                </a:solidFill>
                <a:latin typeface="Times New Roman" panose="02020603050405020304" pitchFamily="18" charset="0"/>
                <a:cs typeface="Times New Roman" panose="02020603050405020304" pitchFamily="18" charset="0"/>
              </a:rPr>
              <a:t> BÁN LAPTOP</a:t>
            </a:r>
          </a:p>
        </p:txBody>
      </p:sp>
      <p:sp>
        <p:nvSpPr>
          <p:cNvPr id="6" name="TextBox 5"/>
          <p:cNvSpPr txBox="1"/>
          <p:nvPr/>
        </p:nvSpPr>
        <p:spPr>
          <a:xfrm>
            <a:off x="4081462" y="3531526"/>
            <a:ext cx="4029075" cy="333040"/>
          </a:xfrm>
          <a:prstGeom prst="rect">
            <a:avLst/>
          </a:prstGeom>
          <a:noFill/>
        </p:spPr>
        <p:txBody>
          <a:bodyPr wrap="square" lIns="0" tIns="0" rIns="0" bIns="0" anchor="t">
            <a:spAutoFit/>
          </a:bodyPr>
          <a:lstStyle/>
          <a:p>
            <a:pPr algn="ctr">
              <a:lnSpc>
                <a:spcPts val="2879"/>
              </a:lnSpc>
            </a:pPr>
            <a:r>
              <a:rPr sz="1800" b="0" i="0" u="none">
                <a:solidFill>
                  <a:srgbClr val="64748B"/>
                </a:solidFill>
                <a:latin typeface="Times New Roman" panose="02020603050405020304" pitchFamily="18" charset="0"/>
                <a:cs typeface="Times New Roman" panose="02020603050405020304" pitchFamily="18" charset="0"/>
              </a:rPr>
              <a:t>Đồ án học phần: Chuyên đề ASP.NET</a:t>
            </a:r>
          </a:p>
        </p:txBody>
      </p:sp>
      <p:sp>
        <p:nvSpPr>
          <p:cNvPr id="7" name="TextBox 6"/>
          <p:cNvSpPr txBox="1"/>
          <p:nvPr/>
        </p:nvSpPr>
        <p:spPr>
          <a:xfrm>
            <a:off x="4562475" y="4426297"/>
            <a:ext cx="3067050" cy="252185"/>
          </a:xfrm>
          <a:prstGeom prst="rect">
            <a:avLst/>
          </a:prstGeom>
          <a:noFill/>
        </p:spPr>
        <p:txBody>
          <a:bodyPr wrap="square" lIns="0" tIns="0" rIns="0" bIns="0" anchor="t">
            <a:spAutoFit/>
          </a:bodyPr>
          <a:lstStyle/>
          <a:p>
            <a:pPr algn="ctr">
              <a:lnSpc>
                <a:spcPts val="2160"/>
              </a:lnSpc>
            </a:pPr>
            <a:r>
              <a:rPr sz="1400" b="0" i="0" u="none">
                <a:solidFill>
                  <a:srgbClr val="1E3A8A"/>
                </a:solidFill>
                <a:latin typeface="Times New Roman" panose="02020603050405020304" pitchFamily="18" charset="0"/>
                <a:cs typeface="Times New Roman" panose="02020603050405020304" pitchFamily="18" charset="0"/>
              </a:rPr>
              <a:t>Sinh viên: </a:t>
            </a:r>
            <a:r>
              <a:rPr sz="1400" b="1" i="0" u="none">
                <a:solidFill>
                  <a:srgbClr val="1E3A8A"/>
                </a:solidFill>
                <a:latin typeface="Times New Roman" panose="02020603050405020304" pitchFamily="18" charset="0"/>
                <a:cs typeface="Times New Roman" panose="02020603050405020304" pitchFamily="18" charset="0"/>
              </a:rPr>
              <a:t>Trang Nguyễn Thanh Danh</a:t>
            </a:r>
          </a:p>
        </p:txBody>
      </p:sp>
      <p:sp>
        <p:nvSpPr>
          <p:cNvPr id="8" name="TextBox 7"/>
          <p:cNvSpPr txBox="1"/>
          <p:nvPr/>
        </p:nvSpPr>
        <p:spPr>
          <a:xfrm>
            <a:off x="4562475" y="4748212"/>
            <a:ext cx="3067050" cy="252185"/>
          </a:xfrm>
          <a:prstGeom prst="rect">
            <a:avLst/>
          </a:prstGeom>
          <a:noFill/>
        </p:spPr>
        <p:txBody>
          <a:bodyPr wrap="square" lIns="0" tIns="0" rIns="0" bIns="0" anchor="t">
            <a:spAutoFit/>
          </a:bodyPr>
          <a:lstStyle/>
          <a:p>
            <a:pPr algn="ctr">
              <a:lnSpc>
                <a:spcPts val="2160"/>
              </a:lnSpc>
            </a:pPr>
            <a:r>
              <a:rPr sz="1400" b="0" i="0" u="none">
                <a:solidFill>
                  <a:srgbClr val="1E3A8A"/>
                </a:solidFill>
                <a:latin typeface="Times New Roman" panose="02020603050405020304" pitchFamily="18" charset="0"/>
                <a:cs typeface="Times New Roman" panose="02020603050405020304" pitchFamily="18" charset="0"/>
              </a:rPr>
              <a:t>GVHD: </a:t>
            </a:r>
            <a:r>
              <a:rPr sz="1400" b="1" i="0" u="none">
                <a:solidFill>
                  <a:srgbClr val="1E3A8A"/>
                </a:solidFill>
                <a:latin typeface="Times New Roman" panose="02020603050405020304" pitchFamily="18" charset="0"/>
                <a:cs typeface="Times New Roman" panose="02020603050405020304" pitchFamily="18" charset="0"/>
              </a:rPr>
              <a:t>TS. Nguyễn Nhứt Lam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6381749" y="1373749"/>
            <a:ext cx="5500061" cy="4669863"/>
          </a:xfrm>
          <a:prstGeom prst="rect">
            <a:avLst/>
          </a:prstGeom>
        </p:spPr>
      </p:pic>
      <p:sp>
        <p:nvSpPr>
          <p:cNvPr id="3" name="TextBox 2"/>
          <p:cNvSpPr txBox="1"/>
          <p:nvPr/>
        </p:nvSpPr>
        <p:spPr>
          <a:xfrm>
            <a:off x="762000" y="571500"/>
            <a:ext cx="11201400" cy="561975"/>
          </a:xfrm>
          <a:prstGeom prst="rect">
            <a:avLst/>
          </a:prstGeom>
          <a:noFill/>
        </p:spPr>
        <p:txBody>
          <a:bodyPr wrap="square" lIns="0" tIns="0" rIns="0" bIns="0" anchor="t">
            <a:spAutoFit/>
          </a:bodyPr>
          <a:lstStyle/>
          <a:p>
            <a:pPr algn="l"/>
            <a:r>
              <a:rPr sz="3600" b="1" i="0" u="none">
                <a:solidFill>
                  <a:srgbClr val="1E3A8A"/>
                </a:solidFill>
                <a:latin typeface="Inter SemiBold"/>
              </a:rPr>
              <a:t>Lý Do Chọn Đề Tài</a:t>
            </a:r>
          </a:p>
        </p:txBody>
      </p:sp>
      <p:pic>
        <p:nvPicPr>
          <p:cNvPr id="4" name="Picture 3"/>
          <p:cNvPicPr>
            <a:picLocks noChangeAspect="1"/>
          </p:cNvPicPr>
          <p:nvPr/>
        </p:nvPicPr>
        <p:blipFill>
          <a:blip r:embed="rId3"/>
          <a:srcRect/>
          <a:stretch/>
        </p:blipFill>
        <p:spPr>
          <a:xfrm>
            <a:off x="6273596" y="1919520"/>
            <a:ext cx="5571604" cy="3495908"/>
          </a:xfrm>
          <a:prstGeom prst="rect">
            <a:avLst/>
          </a:prstGeom>
        </p:spPr>
      </p:pic>
      <p:sp>
        <p:nvSpPr>
          <p:cNvPr id="5" name="TextBox 4"/>
          <p:cNvSpPr txBox="1"/>
          <p:nvPr/>
        </p:nvSpPr>
        <p:spPr>
          <a:xfrm>
            <a:off x="1504950" y="2173655"/>
            <a:ext cx="4305300" cy="299697"/>
          </a:xfrm>
          <a:prstGeom prst="rect">
            <a:avLst/>
          </a:prstGeom>
          <a:noFill/>
        </p:spPr>
        <p:txBody>
          <a:bodyPr wrap="square" lIns="0" tIns="0" rIns="0" bIns="0" anchor="ctr">
            <a:spAutoFit/>
          </a:bodyPr>
          <a:lstStyle/>
          <a:p>
            <a:pPr algn="l">
              <a:lnSpc>
                <a:spcPts val="2640"/>
              </a:lnSpc>
            </a:pPr>
            <a:r>
              <a:rPr sz="1650" b="1" i="0" u="none">
                <a:solidFill>
                  <a:srgbClr val="334155"/>
                </a:solidFill>
                <a:latin typeface="Times New Roman" panose="02020603050405020304" pitchFamily="18" charset="0"/>
                <a:cs typeface="Times New Roman" panose="02020603050405020304" pitchFamily="18" charset="0"/>
              </a:rPr>
              <a:t>Thị trường:</a:t>
            </a:r>
            <a:r>
              <a:rPr sz="1650" b="0" i="0" u="none">
                <a:solidFill>
                  <a:srgbClr val="334155"/>
                </a:solidFill>
                <a:latin typeface="Times New Roman" panose="02020603050405020304" pitchFamily="18" charset="0"/>
                <a:cs typeface="Times New Roman" panose="02020603050405020304" pitchFamily="18" charset="0"/>
              </a:rPr>
              <a:t> Cạnh tranh và phát triển mạnh mẽ.</a:t>
            </a:r>
          </a:p>
        </p:txBody>
      </p:sp>
      <p:sp>
        <p:nvSpPr>
          <p:cNvPr id="6" name="TextBox 5"/>
          <p:cNvSpPr txBox="1"/>
          <p:nvPr/>
        </p:nvSpPr>
        <p:spPr>
          <a:xfrm>
            <a:off x="1543050" y="2963014"/>
            <a:ext cx="4267200" cy="633122"/>
          </a:xfrm>
          <a:prstGeom prst="rect">
            <a:avLst/>
          </a:prstGeom>
          <a:noFill/>
        </p:spPr>
        <p:txBody>
          <a:bodyPr wrap="square" lIns="0" tIns="0" rIns="0" bIns="0" anchor="ctr">
            <a:spAutoFit/>
          </a:bodyPr>
          <a:lstStyle/>
          <a:p>
            <a:pPr algn="l">
              <a:lnSpc>
                <a:spcPts val="2640"/>
              </a:lnSpc>
            </a:pPr>
            <a:r>
              <a:rPr sz="1650" b="1" i="0" u="none">
                <a:solidFill>
                  <a:srgbClr val="334155"/>
                </a:solidFill>
                <a:latin typeface="Times New Roman" panose="02020603050405020304" pitchFamily="18" charset="0"/>
                <a:cs typeface="Times New Roman" panose="02020603050405020304" pitchFamily="18" charset="0"/>
              </a:rPr>
              <a:t>Xu hướng:</a:t>
            </a:r>
            <a:r>
              <a:rPr sz="1650" b="0" i="0" u="none">
                <a:solidFill>
                  <a:srgbClr val="334155"/>
                </a:solidFill>
                <a:latin typeface="Times New Roman" panose="02020603050405020304" pitchFamily="18" charset="0"/>
                <a:cs typeface="Times New Roman" panose="02020603050405020304" pitchFamily="18" charset="0"/>
              </a:rPr>
              <a:t> Mua sắm trực tuyến nhanh chóng, tiện lợi.</a:t>
            </a:r>
          </a:p>
        </p:txBody>
      </p:sp>
      <p:sp>
        <p:nvSpPr>
          <p:cNvPr id="7" name="TextBox 6"/>
          <p:cNvSpPr txBox="1"/>
          <p:nvPr/>
        </p:nvSpPr>
        <p:spPr>
          <a:xfrm>
            <a:off x="1571625" y="3919086"/>
            <a:ext cx="4238625" cy="633122"/>
          </a:xfrm>
          <a:prstGeom prst="rect">
            <a:avLst/>
          </a:prstGeom>
          <a:noFill/>
        </p:spPr>
        <p:txBody>
          <a:bodyPr wrap="square" lIns="0" tIns="0" rIns="0" bIns="0" anchor="ctr">
            <a:spAutoFit/>
          </a:bodyPr>
          <a:lstStyle/>
          <a:p>
            <a:pPr algn="l">
              <a:lnSpc>
                <a:spcPts val="2640"/>
              </a:lnSpc>
            </a:pPr>
            <a:r>
              <a:rPr sz="1650" b="1" i="0" u="none">
                <a:solidFill>
                  <a:srgbClr val="334155"/>
                </a:solidFill>
                <a:latin typeface="Times New Roman" panose="02020603050405020304" pitchFamily="18" charset="0"/>
                <a:cs typeface="Times New Roman" panose="02020603050405020304" pitchFamily="18" charset="0"/>
              </a:rPr>
              <a:t>Giải pháp:</a:t>
            </a:r>
            <a:r>
              <a:rPr sz="1650" b="0" i="0" u="none">
                <a:solidFill>
                  <a:srgbClr val="334155"/>
                </a:solidFill>
                <a:latin typeface="Times New Roman" panose="02020603050405020304" pitchFamily="18" charset="0"/>
                <a:cs typeface="Times New Roman" panose="02020603050405020304" pitchFamily="18" charset="0"/>
              </a:rPr>
              <a:t> Xây dựng website riêng để mở rộng khách hàng.</a:t>
            </a:r>
          </a:p>
        </p:txBody>
      </p:sp>
      <p:sp>
        <p:nvSpPr>
          <p:cNvPr id="8" name="TextBox 7"/>
          <p:cNvSpPr txBox="1"/>
          <p:nvPr/>
        </p:nvSpPr>
        <p:spPr>
          <a:xfrm>
            <a:off x="1543050" y="4875158"/>
            <a:ext cx="4267200" cy="633122"/>
          </a:xfrm>
          <a:prstGeom prst="rect">
            <a:avLst/>
          </a:prstGeom>
          <a:noFill/>
        </p:spPr>
        <p:txBody>
          <a:bodyPr wrap="square" lIns="0" tIns="0" rIns="0" bIns="0" anchor="ctr">
            <a:spAutoFit/>
          </a:bodyPr>
          <a:lstStyle/>
          <a:p>
            <a:pPr algn="l">
              <a:lnSpc>
                <a:spcPts val="2640"/>
              </a:lnSpc>
            </a:pPr>
            <a:r>
              <a:rPr sz="1650" b="1" i="0" u="none">
                <a:solidFill>
                  <a:srgbClr val="334155"/>
                </a:solidFill>
                <a:latin typeface="Times New Roman" panose="02020603050405020304" pitchFamily="18" charset="0"/>
                <a:cs typeface="Times New Roman" panose="02020603050405020304" pitchFamily="18" charset="0"/>
              </a:rPr>
              <a:t>Công nghệ:</a:t>
            </a:r>
            <a:r>
              <a:rPr sz="1650" b="0" i="0" u="none">
                <a:solidFill>
                  <a:srgbClr val="334155"/>
                </a:solidFill>
                <a:latin typeface="Times New Roman" panose="02020603050405020304" pitchFamily="18" charset="0"/>
                <a:cs typeface="Times New Roman" panose="02020603050405020304" pitchFamily="18" charset="0"/>
              </a:rPr>
              <a:t> Ứng dụng ASP.NET MVC 5 &amp; SQL Server.</a:t>
            </a:r>
          </a:p>
        </p:txBody>
      </p:sp>
      <p:pic>
        <p:nvPicPr>
          <p:cNvPr id="9" name="Picture 8" descr="image.png"/>
          <p:cNvPicPr>
            <a:picLocks noChangeAspect="1"/>
          </p:cNvPicPr>
          <p:nvPr/>
        </p:nvPicPr>
        <p:blipFill>
          <a:blip r:embed="rId4"/>
          <a:stretch>
            <a:fillRect/>
          </a:stretch>
        </p:blipFill>
        <p:spPr>
          <a:xfrm>
            <a:off x="762000" y="2185392"/>
            <a:ext cx="266700" cy="276225"/>
          </a:xfrm>
          <a:prstGeom prst="rect">
            <a:avLst/>
          </a:prstGeom>
        </p:spPr>
      </p:pic>
      <p:pic>
        <p:nvPicPr>
          <p:cNvPr id="10" name="Picture 9" descr="image.png"/>
          <p:cNvPicPr>
            <a:picLocks noChangeAspect="1"/>
          </p:cNvPicPr>
          <p:nvPr/>
        </p:nvPicPr>
        <p:blipFill>
          <a:blip r:embed="rId5"/>
          <a:stretch>
            <a:fillRect/>
          </a:stretch>
        </p:blipFill>
        <p:spPr>
          <a:xfrm>
            <a:off x="762000" y="3141464"/>
            <a:ext cx="304800" cy="276225"/>
          </a:xfrm>
          <a:prstGeom prst="rect">
            <a:avLst/>
          </a:prstGeom>
        </p:spPr>
      </p:pic>
      <p:pic>
        <p:nvPicPr>
          <p:cNvPr id="11" name="Picture 10" descr="image.png"/>
          <p:cNvPicPr>
            <a:picLocks noChangeAspect="1"/>
          </p:cNvPicPr>
          <p:nvPr/>
        </p:nvPicPr>
        <p:blipFill>
          <a:blip r:embed="rId6"/>
          <a:stretch>
            <a:fillRect/>
          </a:stretch>
        </p:blipFill>
        <p:spPr>
          <a:xfrm>
            <a:off x="762000" y="4097535"/>
            <a:ext cx="333375" cy="276225"/>
          </a:xfrm>
          <a:prstGeom prst="rect">
            <a:avLst/>
          </a:prstGeom>
        </p:spPr>
      </p:pic>
      <p:pic>
        <p:nvPicPr>
          <p:cNvPr id="12" name="Picture 11" descr="image.png"/>
          <p:cNvPicPr>
            <a:picLocks noChangeAspect="1"/>
          </p:cNvPicPr>
          <p:nvPr/>
        </p:nvPicPr>
        <p:blipFill>
          <a:blip r:embed="rId7"/>
          <a:stretch>
            <a:fillRect/>
          </a:stretch>
        </p:blipFill>
        <p:spPr>
          <a:xfrm>
            <a:off x="762000" y="5053607"/>
            <a:ext cx="304800" cy="27622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762000" y="2319337"/>
            <a:ext cx="3365450" cy="3162300"/>
          </a:xfrm>
          <a:prstGeom prst="rect">
            <a:avLst/>
          </a:prstGeom>
        </p:spPr>
      </p:pic>
      <p:pic>
        <p:nvPicPr>
          <p:cNvPr id="3" name="Picture 2" descr="image.png"/>
          <p:cNvPicPr>
            <a:picLocks noChangeAspect="1"/>
          </p:cNvPicPr>
          <p:nvPr/>
        </p:nvPicPr>
        <p:blipFill>
          <a:blip r:embed="rId3"/>
          <a:stretch>
            <a:fillRect/>
          </a:stretch>
        </p:blipFill>
        <p:spPr>
          <a:xfrm>
            <a:off x="4413200" y="2319337"/>
            <a:ext cx="3365450" cy="3162300"/>
          </a:xfrm>
          <a:prstGeom prst="rect">
            <a:avLst/>
          </a:prstGeom>
        </p:spPr>
      </p:pic>
      <p:pic>
        <p:nvPicPr>
          <p:cNvPr id="4" name="Picture 3" descr="image.png"/>
          <p:cNvPicPr>
            <a:picLocks noChangeAspect="1"/>
          </p:cNvPicPr>
          <p:nvPr/>
        </p:nvPicPr>
        <p:blipFill>
          <a:blip r:embed="rId4"/>
          <a:stretch>
            <a:fillRect/>
          </a:stretch>
        </p:blipFill>
        <p:spPr>
          <a:xfrm>
            <a:off x="8064400" y="2319337"/>
            <a:ext cx="3365450" cy="3162300"/>
          </a:xfrm>
          <a:prstGeom prst="rect">
            <a:avLst/>
          </a:prstGeom>
        </p:spPr>
      </p:pic>
      <p:sp>
        <p:nvSpPr>
          <p:cNvPr id="5" name="TextBox 4"/>
          <p:cNvSpPr txBox="1"/>
          <p:nvPr/>
        </p:nvSpPr>
        <p:spPr>
          <a:xfrm>
            <a:off x="762000" y="571500"/>
            <a:ext cx="11201400" cy="561975"/>
          </a:xfrm>
          <a:prstGeom prst="rect">
            <a:avLst/>
          </a:prstGeom>
          <a:noFill/>
        </p:spPr>
        <p:txBody>
          <a:bodyPr wrap="square" lIns="0" tIns="0" rIns="0" bIns="0" anchor="t">
            <a:spAutoFit/>
          </a:bodyPr>
          <a:lstStyle/>
          <a:p>
            <a:pPr algn="l"/>
            <a:r>
              <a:rPr sz="3600" b="1" i="0" u="none">
                <a:solidFill>
                  <a:srgbClr val="1E3A8A"/>
                </a:solidFill>
                <a:latin typeface="Inter SemiBold"/>
              </a:rPr>
              <a:t>Mục Tiêu Nghiên Cứu</a:t>
            </a:r>
          </a:p>
        </p:txBody>
      </p:sp>
      <p:pic>
        <p:nvPicPr>
          <p:cNvPr id="6" name="Picture 5" descr="image.png"/>
          <p:cNvPicPr>
            <a:picLocks noChangeAspect="1"/>
          </p:cNvPicPr>
          <p:nvPr/>
        </p:nvPicPr>
        <p:blipFill>
          <a:blip r:embed="rId5"/>
          <a:stretch>
            <a:fillRect/>
          </a:stretch>
        </p:blipFill>
        <p:spPr>
          <a:xfrm>
            <a:off x="2068354" y="2709862"/>
            <a:ext cx="752592" cy="762000"/>
          </a:xfrm>
          <a:prstGeom prst="rect">
            <a:avLst/>
          </a:prstGeom>
        </p:spPr>
      </p:pic>
      <p:sp>
        <p:nvSpPr>
          <p:cNvPr id="7" name="TextBox 6"/>
          <p:cNvSpPr txBox="1"/>
          <p:nvPr/>
        </p:nvSpPr>
        <p:spPr>
          <a:xfrm>
            <a:off x="1619547" y="3709987"/>
            <a:ext cx="1650206" cy="323850"/>
          </a:xfrm>
          <a:prstGeom prst="rect">
            <a:avLst/>
          </a:prstGeom>
          <a:noFill/>
        </p:spPr>
        <p:txBody>
          <a:bodyPr wrap="square" lIns="0" tIns="0" rIns="0" bIns="0" anchor="t">
            <a:spAutoFit/>
          </a:bodyPr>
          <a:lstStyle/>
          <a:p>
            <a:pPr algn="ctr"/>
            <a:r>
              <a:rPr sz="2100" b="0" i="0" u="none">
                <a:solidFill>
                  <a:srgbClr val="1E3A8A"/>
                </a:solidFill>
                <a:latin typeface="Times New Roman" panose="02020603050405020304" pitchFamily="18" charset="0"/>
                <a:cs typeface="Times New Roman" panose="02020603050405020304" pitchFamily="18" charset="0"/>
              </a:rPr>
              <a:t>Khách Hàng</a:t>
            </a:r>
          </a:p>
        </p:txBody>
      </p:sp>
      <p:sp>
        <p:nvSpPr>
          <p:cNvPr id="8" name="TextBox 7"/>
          <p:cNvSpPr txBox="1"/>
          <p:nvPr/>
        </p:nvSpPr>
        <p:spPr>
          <a:xfrm>
            <a:off x="1057275" y="4176712"/>
            <a:ext cx="2774900" cy="914400"/>
          </a:xfrm>
          <a:prstGeom prst="rect">
            <a:avLst/>
          </a:prstGeom>
          <a:noFill/>
        </p:spPr>
        <p:txBody>
          <a:bodyPr wrap="square" lIns="0" tIns="0" rIns="0" bIns="0" anchor="t">
            <a:spAutoFit/>
          </a:bodyPr>
          <a:lstStyle/>
          <a:p>
            <a:pPr algn="ctr">
              <a:lnSpc>
                <a:spcPts val="2400"/>
              </a:lnSpc>
            </a:pPr>
            <a:r>
              <a:rPr sz="1500" b="0" i="0" u="none">
                <a:solidFill>
                  <a:srgbClr val="334155"/>
                </a:solidFill>
                <a:latin typeface="Times New Roman" panose="02020603050405020304" pitchFamily="18" charset="0"/>
                <a:cs typeface="Times New Roman" panose="02020603050405020304" pitchFamily="18" charset="0"/>
              </a:rPr>
              <a:t>Cung cấp giao diện thân thiện, trải nghiệm mua sắm và đặt hàng tiện lợi, hiện đại.</a:t>
            </a:r>
          </a:p>
        </p:txBody>
      </p:sp>
      <p:pic>
        <p:nvPicPr>
          <p:cNvPr id="9" name="Picture 8" descr="image.png"/>
          <p:cNvPicPr>
            <a:picLocks noChangeAspect="1"/>
          </p:cNvPicPr>
          <p:nvPr/>
        </p:nvPicPr>
        <p:blipFill>
          <a:blip r:embed="rId6"/>
          <a:stretch>
            <a:fillRect/>
          </a:stretch>
        </p:blipFill>
        <p:spPr>
          <a:xfrm>
            <a:off x="5719555" y="2709862"/>
            <a:ext cx="752592" cy="762000"/>
          </a:xfrm>
          <a:prstGeom prst="rect">
            <a:avLst/>
          </a:prstGeom>
        </p:spPr>
      </p:pic>
      <p:sp>
        <p:nvSpPr>
          <p:cNvPr id="10" name="TextBox 9"/>
          <p:cNvSpPr txBox="1"/>
          <p:nvPr/>
        </p:nvSpPr>
        <p:spPr>
          <a:xfrm>
            <a:off x="5190738" y="3709987"/>
            <a:ext cx="1810226" cy="323850"/>
          </a:xfrm>
          <a:prstGeom prst="rect">
            <a:avLst/>
          </a:prstGeom>
          <a:noFill/>
        </p:spPr>
        <p:txBody>
          <a:bodyPr wrap="square" lIns="0" tIns="0" rIns="0" bIns="0" anchor="t">
            <a:spAutoFit/>
          </a:bodyPr>
          <a:lstStyle/>
          <a:p>
            <a:pPr algn="ctr"/>
            <a:r>
              <a:rPr sz="2100" b="0" i="0" u="none">
                <a:solidFill>
                  <a:srgbClr val="1E3A8A"/>
                </a:solidFill>
                <a:latin typeface="Times New Roman" panose="02020603050405020304" pitchFamily="18" charset="0"/>
                <a:cs typeface="Times New Roman" panose="02020603050405020304" pitchFamily="18" charset="0"/>
              </a:rPr>
              <a:t>Quản Trị Viên</a:t>
            </a:r>
          </a:p>
        </p:txBody>
      </p:sp>
      <p:sp>
        <p:nvSpPr>
          <p:cNvPr id="11" name="TextBox 10"/>
          <p:cNvSpPr txBox="1"/>
          <p:nvPr/>
        </p:nvSpPr>
        <p:spPr>
          <a:xfrm>
            <a:off x="4708475" y="4176712"/>
            <a:ext cx="2774900" cy="914400"/>
          </a:xfrm>
          <a:prstGeom prst="rect">
            <a:avLst/>
          </a:prstGeom>
          <a:noFill/>
        </p:spPr>
        <p:txBody>
          <a:bodyPr wrap="square" lIns="0" tIns="0" rIns="0" bIns="0" anchor="t">
            <a:spAutoFit/>
          </a:bodyPr>
          <a:lstStyle/>
          <a:p>
            <a:pPr algn="ctr">
              <a:lnSpc>
                <a:spcPts val="2400"/>
              </a:lnSpc>
            </a:pPr>
            <a:r>
              <a:rPr sz="1500" b="0" i="0" u="none">
                <a:solidFill>
                  <a:srgbClr val="334155"/>
                </a:solidFill>
                <a:latin typeface="Times New Roman" panose="02020603050405020304" pitchFamily="18" charset="0"/>
                <a:cs typeface="Times New Roman" panose="02020603050405020304" pitchFamily="18" charset="0"/>
              </a:rPr>
              <a:t>Xây dựng công cụ mạnh mẽ để kiểm soát sản phẩm, đơn hàng và khách hàng hiệu quả.</a:t>
            </a:r>
          </a:p>
        </p:txBody>
      </p:sp>
      <p:pic>
        <p:nvPicPr>
          <p:cNvPr id="12" name="Picture 11" descr="image.png"/>
          <p:cNvPicPr>
            <a:picLocks noChangeAspect="1"/>
          </p:cNvPicPr>
          <p:nvPr/>
        </p:nvPicPr>
        <p:blipFill>
          <a:blip r:embed="rId7"/>
          <a:stretch>
            <a:fillRect/>
          </a:stretch>
        </p:blipFill>
        <p:spPr>
          <a:xfrm>
            <a:off x="9370755" y="2709862"/>
            <a:ext cx="752592" cy="762000"/>
          </a:xfrm>
          <a:prstGeom prst="rect">
            <a:avLst/>
          </a:prstGeom>
        </p:spPr>
      </p:pic>
      <p:sp>
        <p:nvSpPr>
          <p:cNvPr id="13" name="TextBox 12"/>
          <p:cNvSpPr txBox="1"/>
          <p:nvPr/>
        </p:nvSpPr>
        <p:spPr>
          <a:xfrm>
            <a:off x="9071967" y="3709987"/>
            <a:ext cx="1350168" cy="323850"/>
          </a:xfrm>
          <a:prstGeom prst="rect">
            <a:avLst/>
          </a:prstGeom>
          <a:noFill/>
        </p:spPr>
        <p:txBody>
          <a:bodyPr wrap="square" lIns="0" tIns="0" rIns="0" bIns="0" anchor="t">
            <a:spAutoFit/>
          </a:bodyPr>
          <a:lstStyle/>
          <a:p>
            <a:pPr algn="ctr"/>
            <a:r>
              <a:rPr sz="2100" b="0" i="0" u="none">
                <a:solidFill>
                  <a:srgbClr val="1E3A8A"/>
                </a:solidFill>
                <a:latin typeface="Times New Roman" panose="02020603050405020304" pitchFamily="18" charset="0"/>
                <a:cs typeface="Times New Roman" panose="02020603050405020304" pitchFamily="18" charset="0"/>
              </a:rPr>
              <a:t>Thực Tiễn</a:t>
            </a:r>
          </a:p>
        </p:txBody>
      </p:sp>
      <p:sp>
        <p:nvSpPr>
          <p:cNvPr id="14" name="TextBox 13"/>
          <p:cNvSpPr txBox="1"/>
          <p:nvPr/>
        </p:nvSpPr>
        <p:spPr>
          <a:xfrm>
            <a:off x="8359675" y="4176712"/>
            <a:ext cx="2774900" cy="914400"/>
          </a:xfrm>
          <a:prstGeom prst="rect">
            <a:avLst/>
          </a:prstGeom>
          <a:noFill/>
        </p:spPr>
        <p:txBody>
          <a:bodyPr wrap="square" lIns="0" tIns="0" rIns="0" bIns="0" anchor="t">
            <a:spAutoFit/>
          </a:bodyPr>
          <a:lstStyle/>
          <a:p>
            <a:pPr algn="ctr">
              <a:lnSpc>
                <a:spcPts val="2400"/>
              </a:lnSpc>
            </a:pPr>
            <a:r>
              <a:rPr sz="1500" b="0" i="0" u="none">
                <a:solidFill>
                  <a:srgbClr val="334155"/>
                </a:solidFill>
                <a:latin typeface="Times New Roman" panose="02020603050405020304" pitchFamily="18" charset="0"/>
                <a:cs typeface="Times New Roman" panose="02020603050405020304" pitchFamily="18" charset="0"/>
              </a:rPr>
              <a:t>Số hóa mô hình kinh doanh, bắt kịp xu hướng và tăng khả năng cạnh tranh.</a:t>
            </a:r>
          </a:p>
        </p:txBody>
      </p:sp>
      <p:pic>
        <p:nvPicPr>
          <p:cNvPr id="15" name="Picture 14" descr="image.png"/>
          <p:cNvPicPr>
            <a:picLocks noChangeAspect="1"/>
          </p:cNvPicPr>
          <p:nvPr/>
        </p:nvPicPr>
        <p:blipFill>
          <a:blip r:embed="rId8"/>
          <a:stretch>
            <a:fillRect/>
          </a:stretch>
        </p:blipFill>
        <p:spPr>
          <a:xfrm>
            <a:off x="2259923" y="2938462"/>
            <a:ext cx="369454" cy="304800"/>
          </a:xfrm>
          <a:prstGeom prst="rect">
            <a:avLst/>
          </a:prstGeom>
        </p:spPr>
      </p:pic>
      <p:pic>
        <p:nvPicPr>
          <p:cNvPr id="16" name="Picture 15" descr="image.png"/>
          <p:cNvPicPr>
            <a:picLocks noChangeAspect="1"/>
          </p:cNvPicPr>
          <p:nvPr/>
        </p:nvPicPr>
        <p:blipFill>
          <a:blip r:embed="rId9"/>
          <a:stretch>
            <a:fillRect/>
          </a:stretch>
        </p:blipFill>
        <p:spPr>
          <a:xfrm>
            <a:off x="5911124" y="2938462"/>
            <a:ext cx="369454" cy="304800"/>
          </a:xfrm>
          <a:prstGeom prst="rect">
            <a:avLst/>
          </a:prstGeom>
        </p:spPr>
      </p:pic>
      <p:pic>
        <p:nvPicPr>
          <p:cNvPr id="17" name="Picture 16" descr="image.png"/>
          <p:cNvPicPr>
            <a:picLocks noChangeAspect="1"/>
          </p:cNvPicPr>
          <p:nvPr/>
        </p:nvPicPr>
        <p:blipFill>
          <a:blip r:embed="rId10"/>
          <a:stretch>
            <a:fillRect/>
          </a:stretch>
        </p:blipFill>
        <p:spPr>
          <a:xfrm>
            <a:off x="9599269" y="2938462"/>
            <a:ext cx="295563" cy="3048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762000" y="1725215"/>
            <a:ext cx="5143500" cy="4350543"/>
          </a:xfrm>
          <a:prstGeom prst="rect">
            <a:avLst/>
          </a:prstGeom>
        </p:spPr>
      </p:pic>
      <p:pic>
        <p:nvPicPr>
          <p:cNvPr id="3" name="Picture 2" descr="image.png"/>
          <p:cNvPicPr>
            <a:picLocks noChangeAspect="1"/>
          </p:cNvPicPr>
          <p:nvPr/>
        </p:nvPicPr>
        <p:blipFill>
          <a:blip r:embed="rId3"/>
          <a:stretch>
            <a:fillRect/>
          </a:stretch>
        </p:blipFill>
        <p:spPr>
          <a:xfrm>
            <a:off x="6286500" y="1725215"/>
            <a:ext cx="5143500" cy="4350543"/>
          </a:xfrm>
          <a:prstGeom prst="rect">
            <a:avLst/>
          </a:prstGeom>
        </p:spPr>
      </p:pic>
      <p:sp>
        <p:nvSpPr>
          <p:cNvPr id="4" name="TextBox 3"/>
          <p:cNvSpPr txBox="1"/>
          <p:nvPr/>
        </p:nvSpPr>
        <p:spPr>
          <a:xfrm>
            <a:off x="762000" y="571500"/>
            <a:ext cx="11201400" cy="561975"/>
          </a:xfrm>
          <a:prstGeom prst="rect">
            <a:avLst/>
          </a:prstGeom>
          <a:noFill/>
        </p:spPr>
        <p:txBody>
          <a:bodyPr wrap="square" lIns="0" tIns="0" rIns="0" bIns="0" anchor="t">
            <a:spAutoFit/>
          </a:bodyPr>
          <a:lstStyle/>
          <a:p>
            <a:pPr algn="l"/>
            <a:r>
              <a:rPr sz="3600" b="1" i="0" u="none">
                <a:solidFill>
                  <a:srgbClr val="1E3A8A"/>
                </a:solidFill>
                <a:latin typeface="Inter SemiBold"/>
              </a:rPr>
              <a:t>Đối Tượng &amp; Phạm Vi</a:t>
            </a:r>
          </a:p>
        </p:txBody>
      </p:sp>
      <p:pic>
        <p:nvPicPr>
          <p:cNvPr id="5" name="Picture 4" descr="image.png"/>
          <p:cNvPicPr>
            <a:picLocks noChangeAspect="1"/>
          </p:cNvPicPr>
          <p:nvPr/>
        </p:nvPicPr>
        <p:blipFill>
          <a:blip r:embed="rId4"/>
          <a:stretch>
            <a:fillRect/>
          </a:stretch>
        </p:blipFill>
        <p:spPr>
          <a:xfrm>
            <a:off x="1061979" y="2115740"/>
            <a:ext cx="752592" cy="762000"/>
          </a:xfrm>
          <a:prstGeom prst="rect">
            <a:avLst/>
          </a:prstGeom>
        </p:spPr>
      </p:pic>
      <p:sp>
        <p:nvSpPr>
          <p:cNvPr id="6" name="TextBox 5"/>
          <p:cNvSpPr txBox="1"/>
          <p:nvPr/>
        </p:nvSpPr>
        <p:spPr>
          <a:xfrm>
            <a:off x="1057275" y="3115865"/>
            <a:ext cx="3070383" cy="323850"/>
          </a:xfrm>
          <a:prstGeom prst="rect">
            <a:avLst/>
          </a:prstGeom>
          <a:noFill/>
        </p:spPr>
        <p:txBody>
          <a:bodyPr wrap="square" lIns="0" tIns="0" rIns="0" bIns="0" anchor="t">
            <a:spAutoFit/>
          </a:bodyPr>
          <a:lstStyle/>
          <a:p>
            <a:pPr algn="l"/>
            <a:r>
              <a:rPr sz="2100" b="0" i="0" u="none">
                <a:solidFill>
                  <a:srgbClr val="1E3A8A"/>
                </a:solidFill>
                <a:latin typeface="Times New Roman" panose="02020603050405020304" pitchFamily="18" charset="0"/>
                <a:cs typeface="Times New Roman" panose="02020603050405020304" pitchFamily="18" charset="0"/>
              </a:rPr>
              <a:t>Đối Tượng Nghiên Cứu</a:t>
            </a:r>
          </a:p>
        </p:txBody>
      </p:sp>
      <p:pic>
        <p:nvPicPr>
          <p:cNvPr id="7" name="Picture 6" descr="image.png"/>
          <p:cNvPicPr>
            <a:picLocks noChangeAspect="1"/>
          </p:cNvPicPr>
          <p:nvPr/>
        </p:nvPicPr>
        <p:blipFill>
          <a:blip r:embed="rId5"/>
          <a:stretch>
            <a:fillRect/>
          </a:stretch>
        </p:blipFill>
        <p:spPr>
          <a:xfrm>
            <a:off x="6586479" y="2115740"/>
            <a:ext cx="752592" cy="762000"/>
          </a:xfrm>
          <a:prstGeom prst="rect">
            <a:avLst/>
          </a:prstGeom>
        </p:spPr>
      </p:pic>
      <p:sp>
        <p:nvSpPr>
          <p:cNvPr id="8" name="TextBox 7"/>
          <p:cNvSpPr txBox="1"/>
          <p:nvPr/>
        </p:nvSpPr>
        <p:spPr>
          <a:xfrm>
            <a:off x="6581775" y="3115865"/>
            <a:ext cx="2520315" cy="323850"/>
          </a:xfrm>
          <a:prstGeom prst="rect">
            <a:avLst/>
          </a:prstGeom>
          <a:noFill/>
        </p:spPr>
        <p:txBody>
          <a:bodyPr wrap="square" lIns="0" tIns="0" rIns="0" bIns="0" anchor="t">
            <a:spAutoFit/>
          </a:bodyPr>
          <a:lstStyle/>
          <a:p>
            <a:pPr algn="l"/>
            <a:r>
              <a:rPr sz="2100" b="0" i="0" u="none">
                <a:solidFill>
                  <a:srgbClr val="1E3A8A"/>
                </a:solidFill>
                <a:latin typeface="Times New Roman" panose="02020603050405020304" pitchFamily="18" charset="0"/>
                <a:cs typeface="Times New Roman" panose="02020603050405020304" pitchFamily="18" charset="0"/>
              </a:rPr>
              <a:t>Phạm Vi Triển Khai</a:t>
            </a:r>
          </a:p>
        </p:txBody>
      </p:sp>
      <p:pic>
        <p:nvPicPr>
          <p:cNvPr id="9" name="Picture 8" descr="image.png"/>
          <p:cNvPicPr>
            <a:picLocks noChangeAspect="1"/>
          </p:cNvPicPr>
          <p:nvPr/>
        </p:nvPicPr>
        <p:blipFill>
          <a:blip r:embed="rId6"/>
          <a:stretch>
            <a:fillRect/>
          </a:stretch>
        </p:blipFill>
        <p:spPr>
          <a:xfrm>
            <a:off x="1290493" y="2344340"/>
            <a:ext cx="295563" cy="304800"/>
          </a:xfrm>
          <a:prstGeom prst="rect">
            <a:avLst/>
          </a:prstGeom>
        </p:spPr>
      </p:pic>
      <p:pic>
        <p:nvPicPr>
          <p:cNvPr id="10" name="Picture 9" descr="image.png"/>
          <p:cNvPicPr>
            <a:picLocks noChangeAspect="1"/>
          </p:cNvPicPr>
          <p:nvPr/>
        </p:nvPicPr>
        <p:blipFill>
          <a:blip r:embed="rId7"/>
          <a:stretch>
            <a:fillRect/>
          </a:stretch>
        </p:blipFill>
        <p:spPr>
          <a:xfrm>
            <a:off x="6796520" y="2344340"/>
            <a:ext cx="332509" cy="304800"/>
          </a:xfrm>
          <a:prstGeom prst="rect">
            <a:avLst/>
          </a:prstGeom>
        </p:spPr>
      </p:pic>
      <p:sp>
        <p:nvSpPr>
          <p:cNvPr id="11" name="TextBox 10"/>
          <p:cNvSpPr txBox="1"/>
          <p:nvPr/>
        </p:nvSpPr>
        <p:spPr>
          <a:xfrm>
            <a:off x="1771650" y="3958402"/>
            <a:ext cx="3838575" cy="299697"/>
          </a:xfrm>
          <a:prstGeom prst="rect">
            <a:avLst/>
          </a:prstGeom>
          <a:noFill/>
        </p:spPr>
        <p:txBody>
          <a:bodyPr wrap="square" lIns="0" tIns="0" rIns="0" bIns="0" anchor="ctr">
            <a:spAutoFit/>
          </a:bodyPr>
          <a:lstStyle/>
          <a:p>
            <a:pPr algn="l">
              <a:lnSpc>
                <a:spcPts val="2640"/>
              </a:lnSpc>
            </a:pPr>
            <a:r>
              <a:rPr sz="1650" b="1" i="0" u="none">
                <a:solidFill>
                  <a:srgbClr val="334155"/>
                </a:solidFill>
                <a:latin typeface="Times New Roman" panose="02020603050405020304" pitchFamily="18" charset="0"/>
                <a:cs typeface="Times New Roman" panose="02020603050405020304" pitchFamily="18" charset="0"/>
              </a:rPr>
              <a:t>Khách hàng:</a:t>
            </a:r>
            <a:r>
              <a:rPr sz="1650" b="0" i="0" u="none">
                <a:solidFill>
                  <a:srgbClr val="334155"/>
                </a:solidFill>
                <a:latin typeface="Times New Roman" panose="02020603050405020304" pitchFamily="18" charset="0"/>
                <a:cs typeface="Times New Roman" panose="02020603050405020304" pitchFamily="18" charset="0"/>
              </a:rPr>
              <a:t> Tìm kiếm, giỏ hàng, đặt hàng.</a:t>
            </a:r>
          </a:p>
        </p:txBody>
      </p:sp>
      <p:sp>
        <p:nvSpPr>
          <p:cNvPr id="12" name="TextBox 11"/>
          <p:cNvSpPr txBox="1"/>
          <p:nvPr/>
        </p:nvSpPr>
        <p:spPr>
          <a:xfrm>
            <a:off x="1771650" y="4914474"/>
            <a:ext cx="3838575" cy="299697"/>
          </a:xfrm>
          <a:prstGeom prst="rect">
            <a:avLst/>
          </a:prstGeom>
          <a:noFill/>
        </p:spPr>
        <p:txBody>
          <a:bodyPr wrap="square" lIns="0" tIns="0" rIns="0" bIns="0" anchor="ctr">
            <a:spAutoFit/>
          </a:bodyPr>
          <a:lstStyle/>
          <a:p>
            <a:pPr algn="l">
              <a:lnSpc>
                <a:spcPts val="2640"/>
              </a:lnSpc>
            </a:pPr>
            <a:r>
              <a:rPr sz="1650" b="1" i="0" u="none">
                <a:solidFill>
                  <a:srgbClr val="334155"/>
                </a:solidFill>
                <a:latin typeface="Times New Roman" panose="02020603050405020304" pitchFamily="18" charset="0"/>
                <a:cs typeface="Times New Roman" panose="02020603050405020304" pitchFamily="18" charset="0"/>
              </a:rPr>
              <a:t>Admin:</a:t>
            </a:r>
            <a:r>
              <a:rPr sz="1650" b="0" i="0" u="none">
                <a:solidFill>
                  <a:srgbClr val="334155"/>
                </a:solidFill>
                <a:latin typeface="Times New Roman" panose="02020603050405020304" pitchFamily="18" charset="0"/>
                <a:cs typeface="Times New Roman" panose="02020603050405020304" pitchFamily="18" charset="0"/>
              </a:rPr>
              <a:t> Quản lý kho, đơn hàng, người dùng.</a:t>
            </a:r>
          </a:p>
        </p:txBody>
      </p:sp>
      <p:sp>
        <p:nvSpPr>
          <p:cNvPr id="13" name="TextBox 12"/>
          <p:cNvSpPr txBox="1"/>
          <p:nvPr/>
        </p:nvSpPr>
        <p:spPr>
          <a:xfrm>
            <a:off x="7296150" y="3813741"/>
            <a:ext cx="3838575" cy="299697"/>
          </a:xfrm>
          <a:prstGeom prst="rect">
            <a:avLst/>
          </a:prstGeom>
          <a:noFill/>
        </p:spPr>
        <p:txBody>
          <a:bodyPr wrap="square" lIns="0" tIns="0" rIns="0" bIns="0" anchor="ctr">
            <a:spAutoFit/>
          </a:bodyPr>
          <a:lstStyle/>
          <a:p>
            <a:pPr algn="l">
              <a:lnSpc>
                <a:spcPts val="2640"/>
              </a:lnSpc>
            </a:pPr>
            <a:r>
              <a:rPr sz="1650" b="1" i="0" u="none">
                <a:solidFill>
                  <a:srgbClr val="334155"/>
                </a:solidFill>
                <a:latin typeface="Times New Roman" panose="02020603050405020304" pitchFamily="18" charset="0"/>
                <a:cs typeface="Times New Roman" panose="02020603050405020304" pitchFamily="18" charset="0"/>
              </a:rPr>
              <a:t>Tính năng:</a:t>
            </a:r>
            <a:r>
              <a:rPr sz="1650" b="0" i="0" u="none">
                <a:solidFill>
                  <a:srgbClr val="334155"/>
                </a:solidFill>
                <a:latin typeface="Times New Roman" panose="02020603050405020304" pitchFamily="18" charset="0"/>
                <a:cs typeface="Times New Roman" panose="02020603050405020304" pitchFamily="18" charset="0"/>
              </a:rPr>
              <a:t> Thương mại điện tử cơ bản.</a:t>
            </a:r>
          </a:p>
        </p:txBody>
      </p:sp>
      <p:sp>
        <p:nvSpPr>
          <p:cNvPr id="14" name="TextBox 13"/>
          <p:cNvSpPr txBox="1"/>
          <p:nvPr/>
        </p:nvSpPr>
        <p:spPr>
          <a:xfrm>
            <a:off x="7296150" y="4480491"/>
            <a:ext cx="3838575" cy="299697"/>
          </a:xfrm>
          <a:prstGeom prst="rect">
            <a:avLst/>
          </a:prstGeom>
          <a:noFill/>
        </p:spPr>
        <p:txBody>
          <a:bodyPr wrap="square" lIns="0" tIns="0" rIns="0" bIns="0" anchor="ctr">
            <a:spAutoFit/>
          </a:bodyPr>
          <a:lstStyle/>
          <a:p>
            <a:pPr algn="l">
              <a:lnSpc>
                <a:spcPts val="2640"/>
              </a:lnSpc>
            </a:pPr>
            <a:r>
              <a:rPr sz="1650" b="1" i="0" u="none">
                <a:solidFill>
                  <a:srgbClr val="334155"/>
                </a:solidFill>
                <a:latin typeface="Times New Roman" panose="02020603050405020304" pitchFamily="18" charset="0"/>
                <a:cs typeface="Times New Roman" panose="02020603050405020304" pitchFamily="18" charset="0"/>
              </a:rPr>
              <a:t>Thiết bị:</a:t>
            </a:r>
            <a:r>
              <a:rPr sz="1650" b="0" i="0" u="none">
                <a:solidFill>
                  <a:srgbClr val="334155"/>
                </a:solidFill>
                <a:latin typeface="Times New Roman" panose="02020603050405020304" pitchFamily="18" charset="0"/>
                <a:cs typeface="Times New Roman" panose="02020603050405020304" pitchFamily="18" charset="0"/>
              </a:rPr>
              <a:t> Tối ưu trên PC &amp; Mobile.</a:t>
            </a:r>
          </a:p>
        </p:txBody>
      </p:sp>
      <p:pic>
        <p:nvPicPr>
          <p:cNvPr id="15" name="Picture 14" descr="image.png"/>
          <p:cNvPicPr>
            <a:picLocks noChangeAspect="1"/>
          </p:cNvPicPr>
          <p:nvPr/>
        </p:nvPicPr>
        <p:blipFill>
          <a:blip r:embed="rId8"/>
          <a:stretch>
            <a:fillRect/>
          </a:stretch>
        </p:blipFill>
        <p:spPr>
          <a:xfrm>
            <a:off x="1057275" y="3970139"/>
            <a:ext cx="238125" cy="276225"/>
          </a:xfrm>
          <a:prstGeom prst="rect">
            <a:avLst/>
          </a:prstGeom>
        </p:spPr>
      </p:pic>
      <p:pic>
        <p:nvPicPr>
          <p:cNvPr id="16" name="Picture 15" descr="image.png"/>
          <p:cNvPicPr>
            <a:picLocks noChangeAspect="1"/>
          </p:cNvPicPr>
          <p:nvPr/>
        </p:nvPicPr>
        <p:blipFill>
          <a:blip r:embed="rId8"/>
          <a:stretch>
            <a:fillRect/>
          </a:stretch>
        </p:blipFill>
        <p:spPr>
          <a:xfrm>
            <a:off x="1057275" y="4926210"/>
            <a:ext cx="238125" cy="276225"/>
          </a:xfrm>
          <a:prstGeom prst="rect">
            <a:avLst/>
          </a:prstGeom>
        </p:spPr>
      </p:pic>
      <p:pic>
        <p:nvPicPr>
          <p:cNvPr id="17" name="Picture 16" descr="image.png"/>
          <p:cNvPicPr>
            <a:picLocks noChangeAspect="1"/>
          </p:cNvPicPr>
          <p:nvPr/>
        </p:nvPicPr>
        <p:blipFill>
          <a:blip r:embed="rId9"/>
          <a:stretch>
            <a:fillRect/>
          </a:stretch>
        </p:blipFill>
        <p:spPr>
          <a:xfrm>
            <a:off x="6581775" y="3825478"/>
            <a:ext cx="238125" cy="276225"/>
          </a:xfrm>
          <a:prstGeom prst="rect">
            <a:avLst/>
          </a:prstGeom>
        </p:spPr>
      </p:pic>
      <p:pic>
        <p:nvPicPr>
          <p:cNvPr id="18" name="Picture 17" descr="image.png"/>
          <p:cNvPicPr>
            <a:picLocks noChangeAspect="1"/>
          </p:cNvPicPr>
          <p:nvPr/>
        </p:nvPicPr>
        <p:blipFill>
          <a:blip r:embed="rId9"/>
          <a:stretch>
            <a:fillRect/>
          </a:stretch>
        </p:blipFill>
        <p:spPr>
          <a:xfrm>
            <a:off x="6581775" y="4492228"/>
            <a:ext cx="238125" cy="27622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62000" y="571500"/>
            <a:ext cx="11201400" cy="561975"/>
          </a:xfrm>
          <a:prstGeom prst="rect">
            <a:avLst/>
          </a:prstGeom>
          <a:noFill/>
        </p:spPr>
        <p:txBody>
          <a:bodyPr wrap="square" lIns="0" tIns="0" rIns="0" bIns="0" anchor="t">
            <a:spAutoFit/>
          </a:bodyPr>
          <a:lstStyle/>
          <a:p>
            <a:pPr algn="l"/>
            <a:r>
              <a:rPr sz="3600" b="1" i="0" u="none">
                <a:solidFill>
                  <a:srgbClr val="1E3A8A"/>
                </a:solidFill>
                <a:latin typeface="Inter SemiBold"/>
              </a:rPr>
              <a:t>Phương Pháp Nghiên Cứu</a:t>
            </a:r>
          </a:p>
        </p:txBody>
      </p:sp>
      <p:sp>
        <p:nvSpPr>
          <p:cNvPr id="3" name="TextBox 2"/>
          <p:cNvSpPr txBox="1"/>
          <p:nvPr/>
        </p:nvSpPr>
        <p:spPr>
          <a:xfrm>
            <a:off x="2552700" y="2274263"/>
            <a:ext cx="7829550" cy="299697"/>
          </a:xfrm>
          <a:prstGeom prst="rect">
            <a:avLst/>
          </a:prstGeom>
          <a:noFill/>
        </p:spPr>
        <p:txBody>
          <a:bodyPr wrap="square" lIns="0" tIns="0" rIns="0" bIns="0" anchor="ctr">
            <a:spAutoFit/>
          </a:bodyPr>
          <a:lstStyle/>
          <a:p>
            <a:pPr algn="l">
              <a:lnSpc>
                <a:spcPts val="2640"/>
              </a:lnSpc>
            </a:pPr>
            <a:r>
              <a:rPr sz="1650" b="1" i="0" u="none">
                <a:solidFill>
                  <a:srgbClr val="334155"/>
                </a:solidFill>
                <a:latin typeface="Times New Roman" panose="02020603050405020304" pitchFamily="18" charset="0"/>
                <a:cs typeface="Times New Roman" panose="02020603050405020304" pitchFamily="18" charset="0"/>
              </a:rPr>
              <a:t>Nghiên cứu tài liệu:</a:t>
            </a:r>
            <a:r>
              <a:rPr sz="1650" b="0" i="0" u="none">
                <a:solidFill>
                  <a:srgbClr val="334155"/>
                </a:solidFill>
                <a:latin typeface="Times New Roman" panose="02020603050405020304" pitchFamily="18" charset="0"/>
                <a:cs typeface="Times New Roman" panose="02020603050405020304" pitchFamily="18" charset="0"/>
              </a:rPr>
              <a:t> Tổng hợp kiến thức ASP.NET MVC 5, SQL Server.</a:t>
            </a:r>
          </a:p>
        </p:txBody>
      </p:sp>
      <p:sp>
        <p:nvSpPr>
          <p:cNvPr id="4" name="TextBox 3"/>
          <p:cNvSpPr txBox="1"/>
          <p:nvPr/>
        </p:nvSpPr>
        <p:spPr>
          <a:xfrm>
            <a:off x="2552700" y="2941013"/>
            <a:ext cx="7829550" cy="299697"/>
          </a:xfrm>
          <a:prstGeom prst="rect">
            <a:avLst/>
          </a:prstGeom>
          <a:noFill/>
        </p:spPr>
        <p:txBody>
          <a:bodyPr wrap="square" lIns="0" tIns="0" rIns="0" bIns="0" anchor="ctr">
            <a:spAutoFit/>
          </a:bodyPr>
          <a:lstStyle/>
          <a:p>
            <a:pPr algn="l">
              <a:lnSpc>
                <a:spcPts val="2640"/>
              </a:lnSpc>
            </a:pPr>
            <a:r>
              <a:rPr sz="1650" b="1" i="0" u="none">
                <a:solidFill>
                  <a:srgbClr val="334155"/>
                </a:solidFill>
                <a:latin typeface="Times New Roman" panose="02020603050405020304" pitchFamily="18" charset="0"/>
                <a:cs typeface="Times New Roman" panose="02020603050405020304" pitchFamily="18" charset="0"/>
              </a:rPr>
              <a:t>Khảo sát thực tiễn:</a:t>
            </a:r>
            <a:r>
              <a:rPr sz="1650" b="0" i="0" u="none">
                <a:solidFill>
                  <a:srgbClr val="334155"/>
                </a:solidFill>
                <a:latin typeface="Times New Roman" panose="02020603050405020304" pitchFamily="18" charset="0"/>
                <a:cs typeface="Times New Roman" panose="02020603050405020304" pitchFamily="18" charset="0"/>
              </a:rPr>
              <a:t> Tìm hiểu cách vận hành của cửa hàng thực tế.</a:t>
            </a:r>
          </a:p>
        </p:txBody>
      </p:sp>
      <p:sp>
        <p:nvSpPr>
          <p:cNvPr id="5" name="TextBox 4"/>
          <p:cNvSpPr txBox="1"/>
          <p:nvPr/>
        </p:nvSpPr>
        <p:spPr>
          <a:xfrm>
            <a:off x="2552700" y="3607763"/>
            <a:ext cx="7829550" cy="299697"/>
          </a:xfrm>
          <a:prstGeom prst="rect">
            <a:avLst/>
          </a:prstGeom>
          <a:noFill/>
        </p:spPr>
        <p:txBody>
          <a:bodyPr wrap="square" lIns="0" tIns="0" rIns="0" bIns="0" anchor="ctr">
            <a:spAutoFit/>
          </a:bodyPr>
          <a:lstStyle/>
          <a:p>
            <a:pPr algn="l">
              <a:lnSpc>
                <a:spcPts val="2640"/>
              </a:lnSpc>
            </a:pPr>
            <a:r>
              <a:rPr sz="1650" b="1" i="0" u="none">
                <a:solidFill>
                  <a:srgbClr val="334155"/>
                </a:solidFill>
                <a:latin typeface="Times New Roman" panose="02020603050405020304" pitchFamily="18" charset="0"/>
                <a:cs typeface="Times New Roman" panose="02020603050405020304" pitchFamily="18" charset="0"/>
              </a:rPr>
              <a:t>Thiết kế hệ thống:</a:t>
            </a:r>
            <a:r>
              <a:rPr sz="1650" b="0" i="0" u="none">
                <a:solidFill>
                  <a:srgbClr val="334155"/>
                </a:solidFill>
                <a:latin typeface="Times New Roman" panose="02020603050405020304" pitchFamily="18" charset="0"/>
                <a:cs typeface="Times New Roman" panose="02020603050405020304" pitchFamily="18" charset="0"/>
              </a:rPr>
              <a:t> Mô hình hóa CSDL, wireframe giao diện.</a:t>
            </a:r>
          </a:p>
        </p:txBody>
      </p:sp>
      <p:sp>
        <p:nvSpPr>
          <p:cNvPr id="6" name="TextBox 5"/>
          <p:cNvSpPr txBox="1"/>
          <p:nvPr/>
        </p:nvSpPr>
        <p:spPr>
          <a:xfrm>
            <a:off x="2619375" y="4274513"/>
            <a:ext cx="7762875" cy="299697"/>
          </a:xfrm>
          <a:prstGeom prst="rect">
            <a:avLst/>
          </a:prstGeom>
          <a:noFill/>
        </p:spPr>
        <p:txBody>
          <a:bodyPr wrap="square" lIns="0" tIns="0" rIns="0" bIns="0" anchor="ctr">
            <a:spAutoFit/>
          </a:bodyPr>
          <a:lstStyle/>
          <a:p>
            <a:pPr algn="l">
              <a:lnSpc>
                <a:spcPts val="2640"/>
              </a:lnSpc>
            </a:pPr>
            <a:r>
              <a:rPr sz="1650" b="1" i="0" u="none">
                <a:solidFill>
                  <a:srgbClr val="334155"/>
                </a:solidFill>
                <a:latin typeface="Times New Roman" panose="02020603050405020304" pitchFamily="18" charset="0"/>
                <a:cs typeface="Times New Roman" panose="02020603050405020304" pitchFamily="18" charset="0"/>
              </a:rPr>
              <a:t>Lập trình &amp; Phát triển:</a:t>
            </a:r>
            <a:r>
              <a:rPr sz="1650" b="0" i="0" u="none">
                <a:solidFill>
                  <a:srgbClr val="334155"/>
                </a:solidFill>
                <a:latin typeface="Times New Roman" panose="02020603050405020304" pitchFamily="18" charset="0"/>
                <a:cs typeface="Times New Roman" panose="02020603050405020304" pitchFamily="18" charset="0"/>
              </a:rPr>
              <a:t> Xây dựng tính năng theo kiến trúc MVC.</a:t>
            </a:r>
          </a:p>
        </p:txBody>
      </p:sp>
      <p:sp>
        <p:nvSpPr>
          <p:cNvPr id="7" name="TextBox 6"/>
          <p:cNvSpPr txBox="1"/>
          <p:nvPr/>
        </p:nvSpPr>
        <p:spPr>
          <a:xfrm>
            <a:off x="2552700" y="4941263"/>
            <a:ext cx="7829550" cy="299697"/>
          </a:xfrm>
          <a:prstGeom prst="rect">
            <a:avLst/>
          </a:prstGeom>
          <a:noFill/>
        </p:spPr>
        <p:txBody>
          <a:bodyPr wrap="square" lIns="0" tIns="0" rIns="0" bIns="0" anchor="ctr">
            <a:spAutoFit/>
          </a:bodyPr>
          <a:lstStyle/>
          <a:p>
            <a:pPr algn="l">
              <a:lnSpc>
                <a:spcPts val="2640"/>
              </a:lnSpc>
            </a:pPr>
            <a:r>
              <a:rPr sz="1650" b="1" i="0" u="none">
                <a:solidFill>
                  <a:srgbClr val="334155"/>
                </a:solidFill>
                <a:latin typeface="Times New Roman" panose="02020603050405020304" pitchFamily="18" charset="0"/>
                <a:cs typeface="Times New Roman" panose="02020603050405020304" pitchFamily="18" charset="0"/>
              </a:rPr>
              <a:t>Kiểm thử &amp; Đánh giá:</a:t>
            </a:r>
            <a:r>
              <a:rPr sz="1650" b="0" i="0" u="none">
                <a:solidFill>
                  <a:srgbClr val="334155"/>
                </a:solidFill>
                <a:latin typeface="Times New Roman" panose="02020603050405020304" pitchFamily="18" charset="0"/>
                <a:cs typeface="Times New Roman" panose="02020603050405020304" pitchFamily="18" charset="0"/>
              </a:rPr>
              <a:t> Rà soát lỗi, tối ưu hóa hệ thống.</a:t>
            </a:r>
          </a:p>
        </p:txBody>
      </p:sp>
      <p:pic>
        <p:nvPicPr>
          <p:cNvPr id="8" name="Picture 7" descr="image.png"/>
          <p:cNvPicPr>
            <a:picLocks noChangeAspect="1"/>
          </p:cNvPicPr>
          <p:nvPr/>
        </p:nvPicPr>
        <p:blipFill>
          <a:blip r:embed="rId2"/>
          <a:stretch>
            <a:fillRect/>
          </a:stretch>
        </p:blipFill>
        <p:spPr>
          <a:xfrm>
            <a:off x="1809750" y="2286000"/>
            <a:ext cx="266700" cy="276225"/>
          </a:xfrm>
          <a:prstGeom prst="rect">
            <a:avLst/>
          </a:prstGeom>
        </p:spPr>
      </p:pic>
      <p:pic>
        <p:nvPicPr>
          <p:cNvPr id="9" name="Picture 8" descr="image.png"/>
          <p:cNvPicPr>
            <a:picLocks noChangeAspect="1"/>
          </p:cNvPicPr>
          <p:nvPr/>
        </p:nvPicPr>
        <p:blipFill>
          <a:blip r:embed="rId3"/>
          <a:stretch>
            <a:fillRect/>
          </a:stretch>
        </p:blipFill>
        <p:spPr>
          <a:xfrm>
            <a:off x="1809750" y="2952750"/>
            <a:ext cx="266700" cy="276225"/>
          </a:xfrm>
          <a:prstGeom prst="rect">
            <a:avLst/>
          </a:prstGeom>
        </p:spPr>
      </p:pic>
      <p:pic>
        <p:nvPicPr>
          <p:cNvPr id="10" name="Picture 9" descr="image.png"/>
          <p:cNvPicPr>
            <a:picLocks noChangeAspect="1"/>
          </p:cNvPicPr>
          <p:nvPr/>
        </p:nvPicPr>
        <p:blipFill>
          <a:blip r:embed="rId4"/>
          <a:stretch>
            <a:fillRect/>
          </a:stretch>
        </p:blipFill>
        <p:spPr>
          <a:xfrm>
            <a:off x="1809750" y="3619500"/>
            <a:ext cx="266700" cy="276225"/>
          </a:xfrm>
          <a:prstGeom prst="rect">
            <a:avLst/>
          </a:prstGeom>
        </p:spPr>
      </p:pic>
      <p:pic>
        <p:nvPicPr>
          <p:cNvPr id="11" name="Picture 10" descr="image.png"/>
          <p:cNvPicPr>
            <a:picLocks noChangeAspect="1"/>
          </p:cNvPicPr>
          <p:nvPr/>
        </p:nvPicPr>
        <p:blipFill>
          <a:blip r:embed="rId5"/>
          <a:stretch>
            <a:fillRect/>
          </a:stretch>
        </p:blipFill>
        <p:spPr>
          <a:xfrm>
            <a:off x="1809750" y="4286250"/>
            <a:ext cx="333375" cy="276225"/>
          </a:xfrm>
          <a:prstGeom prst="rect">
            <a:avLst/>
          </a:prstGeom>
        </p:spPr>
      </p:pic>
      <p:pic>
        <p:nvPicPr>
          <p:cNvPr id="12" name="Picture 11" descr="image.png"/>
          <p:cNvPicPr>
            <a:picLocks noChangeAspect="1"/>
          </p:cNvPicPr>
          <p:nvPr/>
        </p:nvPicPr>
        <p:blipFill>
          <a:blip r:embed="rId6"/>
          <a:stretch>
            <a:fillRect/>
          </a:stretch>
        </p:blipFill>
        <p:spPr>
          <a:xfrm>
            <a:off x="1809750" y="4953000"/>
            <a:ext cx="266700" cy="27622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762000" y="2319337"/>
            <a:ext cx="3365450" cy="3162300"/>
          </a:xfrm>
          <a:prstGeom prst="rect">
            <a:avLst/>
          </a:prstGeom>
        </p:spPr>
      </p:pic>
      <p:pic>
        <p:nvPicPr>
          <p:cNvPr id="3" name="Picture 2" descr="image.png"/>
          <p:cNvPicPr>
            <a:picLocks noChangeAspect="1"/>
          </p:cNvPicPr>
          <p:nvPr/>
        </p:nvPicPr>
        <p:blipFill>
          <a:blip r:embed="rId3"/>
          <a:stretch>
            <a:fillRect/>
          </a:stretch>
        </p:blipFill>
        <p:spPr>
          <a:xfrm>
            <a:off x="4413200" y="2319337"/>
            <a:ext cx="3365450" cy="3162300"/>
          </a:xfrm>
          <a:prstGeom prst="rect">
            <a:avLst/>
          </a:prstGeom>
        </p:spPr>
      </p:pic>
      <p:pic>
        <p:nvPicPr>
          <p:cNvPr id="4" name="Picture 3" descr="image.png"/>
          <p:cNvPicPr>
            <a:picLocks noChangeAspect="1"/>
          </p:cNvPicPr>
          <p:nvPr/>
        </p:nvPicPr>
        <p:blipFill>
          <a:blip r:embed="rId4"/>
          <a:stretch>
            <a:fillRect/>
          </a:stretch>
        </p:blipFill>
        <p:spPr>
          <a:xfrm>
            <a:off x="8064400" y="2319337"/>
            <a:ext cx="3365450" cy="3162300"/>
          </a:xfrm>
          <a:prstGeom prst="rect">
            <a:avLst/>
          </a:prstGeom>
        </p:spPr>
      </p:pic>
      <p:sp>
        <p:nvSpPr>
          <p:cNvPr id="5" name="TextBox 4"/>
          <p:cNvSpPr txBox="1"/>
          <p:nvPr/>
        </p:nvSpPr>
        <p:spPr>
          <a:xfrm>
            <a:off x="762000" y="571500"/>
            <a:ext cx="11201400" cy="561975"/>
          </a:xfrm>
          <a:prstGeom prst="rect">
            <a:avLst/>
          </a:prstGeom>
          <a:noFill/>
        </p:spPr>
        <p:txBody>
          <a:bodyPr wrap="square" lIns="0" tIns="0" rIns="0" bIns="0" anchor="t">
            <a:spAutoFit/>
          </a:bodyPr>
          <a:lstStyle/>
          <a:p>
            <a:pPr algn="l"/>
            <a:r>
              <a:rPr sz="3600" b="1" i="0" u="none">
                <a:solidFill>
                  <a:srgbClr val="1E3A8A"/>
                </a:solidFill>
                <a:latin typeface="Inter SemiBold"/>
              </a:rPr>
              <a:t>Công Nghệ Sử Dụng</a:t>
            </a:r>
          </a:p>
        </p:txBody>
      </p:sp>
      <p:sp>
        <p:nvSpPr>
          <p:cNvPr id="6" name="TextBox 5"/>
          <p:cNvSpPr txBox="1"/>
          <p:nvPr/>
        </p:nvSpPr>
        <p:spPr>
          <a:xfrm>
            <a:off x="1804570" y="3709987"/>
            <a:ext cx="1280160" cy="323850"/>
          </a:xfrm>
          <a:prstGeom prst="rect">
            <a:avLst/>
          </a:prstGeom>
          <a:noFill/>
        </p:spPr>
        <p:txBody>
          <a:bodyPr wrap="square" lIns="0" tIns="0" rIns="0" bIns="0" anchor="t">
            <a:spAutoFit/>
          </a:bodyPr>
          <a:lstStyle/>
          <a:p>
            <a:pPr algn="ctr"/>
            <a:r>
              <a:rPr sz="2100" b="0" i="0" u="none">
                <a:solidFill>
                  <a:srgbClr val="1E3A8A"/>
                </a:solidFill>
                <a:latin typeface="Times New Roman" panose="02020603050405020304" pitchFamily="18" charset="0"/>
                <a:cs typeface="Times New Roman" panose="02020603050405020304" pitchFamily="18" charset="0"/>
              </a:rPr>
              <a:t>Back-end</a:t>
            </a:r>
          </a:p>
        </p:txBody>
      </p:sp>
      <p:sp>
        <p:nvSpPr>
          <p:cNvPr id="7" name="TextBox 6"/>
          <p:cNvSpPr txBox="1"/>
          <p:nvPr/>
        </p:nvSpPr>
        <p:spPr>
          <a:xfrm>
            <a:off x="1057275" y="4176712"/>
            <a:ext cx="2774900" cy="583686"/>
          </a:xfrm>
          <a:prstGeom prst="rect">
            <a:avLst/>
          </a:prstGeom>
          <a:noFill/>
        </p:spPr>
        <p:txBody>
          <a:bodyPr wrap="square" lIns="0" tIns="0" rIns="0" bIns="0" anchor="t">
            <a:spAutoFit/>
          </a:bodyPr>
          <a:lstStyle/>
          <a:p>
            <a:pPr algn="ctr">
              <a:lnSpc>
                <a:spcPts val="2400"/>
              </a:lnSpc>
            </a:pPr>
            <a:r>
              <a:rPr sz="1500" b="0" i="0" u="none">
                <a:solidFill>
                  <a:srgbClr val="334155"/>
                </a:solidFill>
                <a:latin typeface="Times New Roman" panose="02020603050405020304" pitchFamily="18" charset="0"/>
                <a:cs typeface="Times New Roman" panose="02020603050405020304" pitchFamily="18" charset="0"/>
              </a:rPr>
              <a:t>ASP.NET MVC 5</a:t>
            </a:r>
            <a:r>
              <a:rPr>
                <a:latin typeface="Times New Roman" panose="02020603050405020304" pitchFamily="18" charset="0"/>
                <a:cs typeface="Times New Roman" panose="02020603050405020304" pitchFamily="18" charset="0"/>
              </a:rPr>
              <a:t>
</a:t>
            </a:r>
            <a:r>
              <a:rPr sz="1500" b="0" i="0" u="none">
                <a:solidFill>
                  <a:srgbClr val="334155"/>
                </a:solidFill>
                <a:latin typeface="Times New Roman" panose="02020603050405020304" pitchFamily="18" charset="0"/>
                <a:cs typeface="Times New Roman" panose="02020603050405020304" pitchFamily="18" charset="0"/>
              </a:rPr>
              <a:t> C# trên nền tảng .NET Framework</a:t>
            </a:r>
          </a:p>
        </p:txBody>
      </p:sp>
      <p:sp>
        <p:nvSpPr>
          <p:cNvPr id="8" name="TextBox 7"/>
          <p:cNvSpPr txBox="1"/>
          <p:nvPr/>
        </p:nvSpPr>
        <p:spPr>
          <a:xfrm>
            <a:off x="5430768" y="3709987"/>
            <a:ext cx="1330166" cy="323850"/>
          </a:xfrm>
          <a:prstGeom prst="rect">
            <a:avLst/>
          </a:prstGeom>
          <a:noFill/>
        </p:spPr>
        <p:txBody>
          <a:bodyPr wrap="square" lIns="0" tIns="0" rIns="0" bIns="0" anchor="t">
            <a:spAutoFit/>
          </a:bodyPr>
          <a:lstStyle/>
          <a:p>
            <a:pPr algn="ctr"/>
            <a:r>
              <a:rPr sz="2100" b="0" i="0" u="none">
                <a:solidFill>
                  <a:srgbClr val="1E3A8A"/>
                </a:solidFill>
                <a:latin typeface="Times New Roman" panose="02020603050405020304" pitchFamily="18" charset="0"/>
                <a:cs typeface="Times New Roman" panose="02020603050405020304" pitchFamily="18" charset="0"/>
              </a:rPr>
              <a:t>Front-end</a:t>
            </a:r>
          </a:p>
        </p:txBody>
      </p:sp>
      <p:sp>
        <p:nvSpPr>
          <p:cNvPr id="9" name="TextBox 8"/>
          <p:cNvSpPr txBox="1"/>
          <p:nvPr/>
        </p:nvSpPr>
        <p:spPr>
          <a:xfrm>
            <a:off x="4929038" y="4176712"/>
            <a:ext cx="2333625" cy="583686"/>
          </a:xfrm>
          <a:prstGeom prst="rect">
            <a:avLst/>
          </a:prstGeom>
          <a:noFill/>
        </p:spPr>
        <p:txBody>
          <a:bodyPr wrap="square" lIns="0" tIns="0" rIns="0" bIns="0" anchor="t">
            <a:spAutoFit/>
          </a:bodyPr>
          <a:lstStyle/>
          <a:p>
            <a:pPr algn="ctr">
              <a:lnSpc>
                <a:spcPts val="2400"/>
              </a:lnSpc>
            </a:pPr>
            <a:r>
              <a:rPr sz="1500" b="0" i="0" u="none">
                <a:solidFill>
                  <a:srgbClr val="334155"/>
                </a:solidFill>
                <a:latin typeface="Times New Roman" panose="02020603050405020304" pitchFamily="18" charset="0"/>
                <a:cs typeface="Times New Roman" panose="02020603050405020304" pitchFamily="18" charset="0"/>
              </a:rPr>
              <a:t>HTML5, CSS3, JavaScript</a:t>
            </a:r>
            <a:r>
              <a:rPr>
                <a:latin typeface="Times New Roman" panose="02020603050405020304" pitchFamily="18" charset="0"/>
                <a:cs typeface="Times New Roman" panose="02020603050405020304" pitchFamily="18" charset="0"/>
              </a:rPr>
              <a:t>
</a:t>
            </a:r>
            <a:r>
              <a:rPr sz="1500" b="0" i="0" u="none">
                <a:solidFill>
                  <a:srgbClr val="334155"/>
                </a:solidFill>
                <a:latin typeface="Times New Roman" panose="02020603050405020304" pitchFamily="18" charset="0"/>
                <a:cs typeface="Times New Roman" panose="02020603050405020304" pitchFamily="18" charset="0"/>
              </a:rPr>
              <a:t> Jquery, Bootstrap</a:t>
            </a:r>
          </a:p>
        </p:txBody>
      </p:sp>
      <p:sp>
        <p:nvSpPr>
          <p:cNvPr id="10" name="TextBox 9"/>
          <p:cNvSpPr txBox="1"/>
          <p:nvPr/>
        </p:nvSpPr>
        <p:spPr>
          <a:xfrm>
            <a:off x="9111972" y="3709987"/>
            <a:ext cx="1270158" cy="323850"/>
          </a:xfrm>
          <a:prstGeom prst="rect">
            <a:avLst/>
          </a:prstGeom>
          <a:noFill/>
        </p:spPr>
        <p:txBody>
          <a:bodyPr wrap="square" lIns="0" tIns="0" rIns="0" bIns="0" anchor="t">
            <a:spAutoFit/>
          </a:bodyPr>
          <a:lstStyle/>
          <a:p>
            <a:pPr algn="ctr"/>
            <a:r>
              <a:rPr sz="2100" b="0" i="0" u="none">
                <a:solidFill>
                  <a:srgbClr val="1E3A8A"/>
                </a:solidFill>
                <a:latin typeface="Times New Roman" panose="02020603050405020304" pitchFamily="18" charset="0"/>
                <a:cs typeface="Times New Roman" panose="02020603050405020304" pitchFamily="18" charset="0"/>
              </a:rPr>
              <a:t>Database</a:t>
            </a:r>
          </a:p>
        </p:txBody>
      </p:sp>
      <p:sp>
        <p:nvSpPr>
          <p:cNvPr id="11" name="TextBox 10"/>
          <p:cNvSpPr txBox="1"/>
          <p:nvPr/>
        </p:nvSpPr>
        <p:spPr>
          <a:xfrm>
            <a:off x="8380214" y="4176712"/>
            <a:ext cx="2733675" cy="583686"/>
          </a:xfrm>
          <a:prstGeom prst="rect">
            <a:avLst/>
          </a:prstGeom>
          <a:noFill/>
        </p:spPr>
        <p:txBody>
          <a:bodyPr wrap="square" lIns="0" tIns="0" rIns="0" bIns="0" anchor="t">
            <a:spAutoFit/>
          </a:bodyPr>
          <a:lstStyle/>
          <a:p>
            <a:pPr algn="ctr">
              <a:lnSpc>
                <a:spcPts val="2400"/>
              </a:lnSpc>
            </a:pPr>
            <a:r>
              <a:rPr sz="1500" b="0" i="0" u="none">
                <a:solidFill>
                  <a:srgbClr val="334155"/>
                </a:solidFill>
                <a:latin typeface="Times New Roman" panose="02020603050405020304" pitchFamily="18" charset="0"/>
                <a:cs typeface="Times New Roman" panose="02020603050405020304" pitchFamily="18" charset="0"/>
              </a:rPr>
              <a:t>Microsoft SQL Server</a:t>
            </a:r>
            <a:r>
              <a:rPr>
                <a:latin typeface="Times New Roman" panose="02020603050405020304" pitchFamily="18" charset="0"/>
                <a:cs typeface="Times New Roman" panose="02020603050405020304" pitchFamily="18" charset="0"/>
              </a:rPr>
              <a:t>
</a:t>
            </a:r>
            <a:r>
              <a:rPr sz="1500" b="0" i="0" u="none">
                <a:solidFill>
                  <a:srgbClr val="334155"/>
                </a:solidFill>
                <a:latin typeface="Times New Roman" panose="02020603050405020304" pitchFamily="18" charset="0"/>
                <a:cs typeface="Times New Roman" panose="02020603050405020304" pitchFamily="18" charset="0"/>
              </a:rPr>
              <a:t> Quản trị cơ sở dữ liệu quan hệ</a:t>
            </a:r>
          </a:p>
        </p:txBody>
      </p:sp>
      <p:pic>
        <p:nvPicPr>
          <p:cNvPr id="12" name="Picture 11" descr="image.png"/>
          <p:cNvPicPr>
            <a:picLocks noChangeAspect="1"/>
          </p:cNvPicPr>
          <p:nvPr/>
        </p:nvPicPr>
        <p:blipFill>
          <a:blip r:embed="rId5"/>
          <a:stretch>
            <a:fillRect/>
          </a:stretch>
        </p:blipFill>
        <p:spPr>
          <a:xfrm>
            <a:off x="2192238" y="2805112"/>
            <a:ext cx="504825" cy="571500"/>
          </a:xfrm>
          <a:prstGeom prst="rect">
            <a:avLst/>
          </a:prstGeom>
        </p:spPr>
      </p:pic>
      <p:pic>
        <p:nvPicPr>
          <p:cNvPr id="13" name="Picture 12" descr="image.png"/>
          <p:cNvPicPr>
            <a:picLocks noChangeAspect="1"/>
          </p:cNvPicPr>
          <p:nvPr/>
        </p:nvPicPr>
        <p:blipFill>
          <a:blip r:embed="rId6"/>
          <a:stretch>
            <a:fillRect/>
          </a:stretch>
        </p:blipFill>
        <p:spPr>
          <a:xfrm>
            <a:off x="5881538" y="2805112"/>
            <a:ext cx="428625" cy="571500"/>
          </a:xfrm>
          <a:prstGeom prst="rect">
            <a:avLst/>
          </a:prstGeom>
        </p:spPr>
      </p:pic>
      <p:pic>
        <p:nvPicPr>
          <p:cNvPr id="14" name="Picture 13" descr="image.png"/>
          <p:cNvPicPr>
            <a:picLocks noChangeAspect="1"/>
          </p:cNvPicPr>
          <p:nvPr/>
        </p:nvPicPr>
        <p:blipFill>
          <a:blip r:embed="rId7"/>
          <a:stretch>
            <a:fillRect/>
          </a:stretch>
        </p:blipFill>
        <p:spPr>
          <a:xfrm>
            <a:off x="9494639" y="2805112"/>
            <a:ext cx="504825" cy="5715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6381750" y="1757362"/>
            <a:ext cx="5048250" cy="4286250"/>
          </a:xfrm>
          <a:prstGeom prst="rect">
            <a:avLst/>
          </a:prstGeom>
        </p:spPr>
      </p:pic>
      <p:sp>
        <p:nvSpPr>
          <p:cNvPr id="3" name="TextBox 2"/>
          <p:cNvSpPr txBox="1"/>
          <p:nvPr/>
        </p:nvSpPr>
        <p:spPr>
          <a:xfrm>
            <a:off x="762000" y="571500"/>
            <a:ext cx="11201400" cy="561975"/>
          </a:xfrm>
          <a:prstGeom prst="rect">
            <a:avLst/>
          </a:prstGeom>
          <a:noFill/>
        </p:spPr>
        <p:txBody>
          <a:bodyPr wrap="square" lIns="0" tIns="0" rIns="0" bIns="0" anchor="t">
            <a:spAutoFit/>
          </a:bodyPr>
          <a:lstStyle/>
          <a:p>
            <a:pPr algn="l"/>
            <a:r>
              <a:rPr sz="3600" b="1" i="0" u="none">
                <a:solidFill>
                  <a:srgbClr val="1E3A8A"/>
                </a:solidFill>
                <a:latin typeface="Inter SemiBold"/>
              </a:rPr>
              <a:t>Kiến Trúc ASP.NET MVC</a:t>
            </a:r>
          </a:p>
        </p:txBody>
      </p:sp>
      <p:pic>
        <p:nvPicPr>
          <p:cNvPr id="4" name="Picture 3"/>
          <p:cNvPicPr>
            <a:picLocks noChangeAspect="1"/>
          </p:cNvPicPr>
          <p:nvPr/>
        </p:nvPicPr>
        <p:blipFill>
          <a:blip r:embed="rId3"/>
          <a:srcRect/>
          <a:stretch/>
        </p:blipFill>
        <p:spPr>
          <a:xfrm>
            <a:off x="7516762" y="525234"/>
            <a:ext cx="3170288" cy="2660224"/>
          </a:xfrm>
          <a:prstGeom prst="rect">
            <a:avLst/>
          </a:prstGeom>
        </p:spPr>
      </p:pic>
      <p:sp>
        <p:nvSpPr>
          <p:cNvPr id="5" name="TextBox 4"/>
          <p:cNvSpPr txBox="1"/>
          <p:nvPr/>
        </p:nvSpPr>
        <p:spPr>
          <a:xfrm>
            <a:off x="1504950" y="2484978"/>
            <a:ext cx="4305300" cy="633122"/>
          </a:xfrm>
          <a:prstGeom prst="rect">
            <a:avLst/>
          </a:prstGeom>
          <a:noFill/>
        </p:spPr>
        <p:txBody>
          <a:bodyPr wrap="square" lIns="0" tIns="0" rIns="0" bIns="0" anchor="ctr">
            <a:spAutoFit/>
          </a:bodyPr>
          <a:lstStyle/>
          <a:p>
            <a:pPr algn="l">
              <a:lnSpc>
                <a:spcPts val="2640"/>
              </a:lnSpc>
            </a:pPr>
            <a:r>
              <a:rPr sz="1650" b="1" i="0" u="none">
                <a:solidFill>
                  <a:srgbClr val="334155"/>
                </a:solidFill>
                <a:latin typeface="Times New Roman" panose="02020603050405020304" pitchFamily="18" charset="0"/>
                <a:cs typeface="Times New Roman" panose="02020603050405020304" pitchFamily="18" charset="0"/>
              </a:rPr>
              <a:t>Model (Dữ liệu):</a:t>
            </a:r>
            <a:r>
              <a:rPr sz="1650" b="0" i="0" u="none">
                <a:solidFill>
                  <a:srgbClr val="334155"/>
                </a:solidFill>
                <a:latin typeface="Times New Roman" panose="02020603050405020304" pitchFamily="18" charset="0"/>
                <a:cs typeface="Times New Roman" panose="02020603050405020304" pitchFamily="18" charset="0"/>
              </a:rPr>
              <a:t> Chịu trách nhiệm duy trì dữ liệu ứng dụng và logic nghiệp vụ.</a:t>
            </a:r>
          </a:p>
        </p:txBody>
      </p:sp>
      <p:sp>
        <p:nvSpPr>
          <p:cNvPr id="6" name="TextBox 5"/>
          <p:cNvSpPr txBox="1"/>
          <p:nvPr/>
        </p:nvSpPr>
        <p:spPr>
          <a:xfrm>
            <a:off x="1543050" y="3441050"/>
            <a:ext cx="4267200" cy="633122"/>
          </a:xfrm>
          <a:prstGeom prst="rect">
            <a:avLst/>
          </a:prstGeom>
          <a:noFill/>
        </p:spPr>
        <p:txBody>
          <a:bodyPr wrap="square" lIns="0" tIns="0" rIns="0" bIns="0" anchor="ctr">
            <a:spAutoFit/>
          </a:bodyPr>
          <a:lstStyle/>
          <a:p>
            <a:pPr algn="l">
              <a:lnSpc>
                <a:spcPts val="2640"/>
              </a:lnSpc>
            </a:pPr>
            <a:r>
              <a:rPr sz="1650" b="1" i="0" u="none">
                <a:solidFill>
                  <a:srgbClr val="334155"/>
                </a:solidFill>
                <a:latin typeface="Times New Roman" panose="02020603050405020304" pitchFamily="18" charset="0"/>
                <a:cs typeface="Times New Roman" panose="02020603050405020304" pitchFamily="18" charset="0"/>
              </a:rPr>
              <a:t>View (Giao diện):</a:t>
            </a:r>
            <a:r>
              <a:rPr sz="1650" b="0" i="0" u="none">
                <a:solidFill>
                  <a:srgbClr val="334155"/>
                </a:solidFill>
                <a:latin typeface="Times New Roman" panose="02020603050405020304" pitchFamily="18" charset="0"/>
                <a:cs typeface="Times New Roman" panose="02020603050405020304" pitchFamily="18" charset="0"/>
              </a:rPr>
              <a:t> Giao diện người dùng, hiển thị dữ liệu tới khách hàng.</a:t>
            </a:r>
          </a:p>
        </p:txBody>
      </p:sp>
      <p:sp>
        <p:nvSpPr>
          <p:cNvPr id="7" name="TextBox 6"/>
          <p:cNvSpPr txBox="1"/>
          <p:nvPr/>
        </p:nvSpPr>
        <p:spPr>
          <a:xfrm>
            <a:off x="1571625" y="4397122"/>
            <a:ext cx="4238625" cy="633122"/>
          </a:xfrm>
          <a:prstGeom prst="rect">
            <a:avLst/>
          </a:prstGeom>
          <a:noFill/>
        </p:spPr>
        <p:txBody>
          <a:bodyPr wrap="square" lIns="0" tIns="0" rIns="0" bIns="0" anchor="ctr">
            <a:spAutoFit/>
          </a:bodyPr>
          <a:lstStyle/>
          <a:p>
            <a:pPr algn="l">
              <a:lnSpc>
                <a:spcPts val="2640"/>
              </a:lnSpc>
            </a:pPr>
            <a:r>
              <a:rPr sz="1650" b="1" i="0" u="none">
                <a:solidFill>
                  <a:srgbClr val="334155"/>
                </a:solidFill>
                <a:latin typeface="Times New Roman" panose="02020603050405020304" pitchFamily="18" charset="0"/>
                <a:cs typeface="Times New Roman" panose="02020603050405020304" pitchFamily="18" charset="0"/>
              </a:rPr>
              <a:t>Controller (Điều khiển):</a:t>
            </a:r>
            <a:r>
              <a:rPr sz="1650" b="0" i="0" u="none">
                <a:solidFill>
                  <a:srgbClr val="334155"/>
                </a:solidFill>
                <a:latin typeface="Times New Roman" panose="02020603050405020304" pitchFamily="18" charset="0"/>
                <a:cs typeface="Times New Roman" panose="02020603050405020304" pitchFamily="18" charset="0"/>
              </a:rPr>
              <a:t> Xử lý yêu cầu, điều hướng và kết nối Model với View.</a:t>
            </a:r>
          </a:p>
        </p:txBody>
      </p:sp>
      <p:pic>
        <p:nvPicPr>
          <p:cNvPr id="8" name="Picture 7" descr="image.png"/>
          <p:cNvPicPr>
            <a:picLocks noChangeAspect="1"/>
          </p:cNvPicPr>
          <p:nvPr/>
        </p:nvPicPr>
        <p:blipFill>
          <a:blip r:embed="rId4"/>
          <a:stretch>
            <a:fillRect/>
          </a:stretch>
        </p:blipFill>
        <p:spPr>
          <a:xfrm>
            <a:off x="762000" y="2663428"/>
            <a:ext cx="266700" cy="276225"/>
          </a:xfrm>
          <a:prstGeom prst="rect">
            <a:avLst/>
          </a:prstGeom>
        </p:spPr>
      </p:pic>
      <p:pic>
        <p:nvPicPr>
          <p:cNvPr id="9" name="Picture 8" descr="image.png"/>
          <p:cNvPicPr>
            <a:picLocks noChangeAspect="1"/>
          </p:cNvPicPr>
          <p:nvPr/>
        </p:nvPicPr>
        <p:blipFill>
          <a:blip r:embed="rId5"/>
          <a:stretch>
            <a:fillRect/>
          </a:stretch>
        </p:blipFill>
        <p:spPr>
          <a:xfrm>
            <a:off x="762000" y="3619500"/>
            <a:ext cx="304800" cy="276225"/>
          </a:xfrm>
          <a:prstGeom prst="rect">
            <a:avLst/>
          </a:prstGeom>
        </p:spPr>
      </p:pic>
      <p:pic>
        <p:nvPicPr>
          <p:cNvPr id="10" name="Picture 9" descr="image.png"/>
          <p:cNvPicPr>
            <a:picLocks noChangeAspect="1"/>
          </p:cNvPicPr>
          <p:nvPr/>
        </p:nvPicPr>
        <p:blipFill>
          <a:blip r:embed="rId6"/>
          <a:stretch>
            <a:fillRect/>
          </a:stretch>
        </p:blipFill>
        <p:spPr>
          <a:xfrm>
            <a:off x="762000" y="4575571"/>
            <a:ext cx="333375" cy="276225"/>
          </a:xfrm>
          <a:prstGeom prst="rect">
            <a:avLst/>
          </a:prstGeom>
        </p:spPr>
      </p:pic>
      <p:pic>
        <p:nvPicPr>
          <p:cNvPr id="11" name="Picture 10">
            <a:extLst>
              <a:ext uri="{FF2B5EF4-FFF2-40B4-BE49-F238E27FC236}">
                <a16:creationId xmlns:a16="http://schemas.microsoft.com/office/drawing/2014/main" id="{B6D5B447-4B45-FE40-A823-7A2E4FCECB20}"/>
              </a:ext>
            </a:extLst>
          </p:cNvPr>
          <p:cNvPicPr>
            <a:picLocks noChangeAspect="1"/>
          </p:cNvPicPr>
          <p:nvPr/>
        </p:nvPicPr>
        <p:blipFill>
          <a:blip r:embed="rId7"/>
          <a:srcRect/>
          <a:stretch/>
        </p:blipFill>
        <p:spPr>
          <a:xfrm>
            <a:off x="6468986" y="3868922"/>
            <a:ext cx="5132490" cy="160147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762000" y="1681162"/>
            <a:ext cx="5143500" cy="4438650"/>
          </a:xfrm>
          <a:prstGeom prst="rect">
            <a:avLst/>
          </a:prstGeom>
        </p:spPr>
      </p:pic>
      <p:pic>
        <p:nvPicPr>
          <p:cNvPr id="3" name="Picture 2" descr="image.png"/>
          <p:cNvPicPr>
            <a:picLocks noChangeAspect="1"/>
          </p:cNvPicPr>
          <p:nvPr/>
        </p:nvPicPr>
        <p:blipFill>
          <a:blip r:embed="rId3"/>
          <a:stretch>
            <a:fillRect/>
          </a:stretch>
        </p:blipFill>
        <p:spPr>
          <a:xfrm>
            <a:off x="6286500" y="1681162"/>
            <a:ext cx="5143500" cy="4438650"/>
          </a:xfrm>
          <a:prstGeom prst="rect">
            <a:avLst/>
          </a:prstGeom>
        </p:spPr>
      </p:pic>
      <p:sp>
        <p:nvSpPr>
          <p:cNvPr id="4" name="TextBox 3"/>
          <p:cNvSpPr txBox="1"/>
          <p:nvPr/>
        </p:nvSpPr>
        <p:spPr>
          <a:xfrm>
            <a:off x="762000" y="571500"/>
            <a:ext cx="11201400" cy="561975"/>
          </a:xfrm>
          <a:prstGeom prst="rect">
            <a:avLst/>
          </a:prstGeom>
          <a:noFill/>
        </p:spPr>
        <p:txBody>
          <a:bodyPr wrap="square" lIns="0" tIns="0" rIns="0" bIns="0" anchor="t">
            <a:spAutoFit/>
          </a:bodyPr>
          <a:lstStyle/>
          <a:p>
            <a:pPr algn="l"/>
            <a:r>
              <a:rPr sz="3600" b="1" i="0" u="none">
                <a:solidFill>
                  <a:srgbClr val="1E3A8A"/>
                </a:solidFill>
                <a:latin typeface="Inter SemiBold"/>
              </a:rPr>
              <a:t>Yêu Cầu Chức Năng: Khách Hàng</a:t>
            </a:r>
          </a:p>
        </p:txBody>
      </p:sp>
      <p:pic>
        <p:nvPicPr>
          <p:cNvPr id="5" name="Picture 4" descr="image.png"/>
          <p:cNvPicPr>
            <a:picLocks noChangeAspect="1"/>
          </p:cNvPicPr>
          <p:nvPr/>
        </p:nvPicPr>
        <p:blipFill>
          <a:blip r:embed="rId4"/>
          <a:stretch>
            <a:fillRect/>
          </a:stretch>
        </p:blipFill>
        <p:spPr>
          <a:xfrm>
            <a:off x="1061979" y="2071687"/>
            <a:ext cx="752592" cy="762000"/>
          </a:xfrm>
          <a:prstGeom prst="rect">
            <a:avLst/>
          </a:prstGeom>
        </p:spPr>
      </p:pic>
      <p:sp>
        <p:nvSpPr>
          <p:cNvPr id="6" name="TextBox 5"/>
          <p:cNvSpPr txBox="1"/>
          <p:nvPr/>
        </p:nvSpPr>
        <p:spPr>
          <a:xfrm>
            <a:off x="1057275" y="3071812"/>
            <a:ext cx="1250156" cy="323850"/>
          </a:xfrm>
          <a:prstGeom prst="rect">
            <a:avLst/>
          </a:prstGeom>
          <a:noFill/>
        </p:spPr>
        <p:txBody>
          <a:bodyPr wrap="square" lIns="0" tIns="0" rIns="0" bIns="0" anchor="t">
            <a:spAutoFit/>
          </a:bodyPr>
          <a:lstStyle/>
          <a:p>
            <a:pPr algn="l"/>
            <a:r>
              <a:rPr sz="2100" b="0" i="0" u="none">
                <a:solidFill>
                  <a:srgbClr val="1E3A8A"/>
                </a:solidFill>
                <a:latin typeface="Times New Roman" panose="02020603050405020304" pitchFamily="18" charset="0"/>
                <a:cs typeface="Times New Roman" panose="02020603050405020304" pitchFamily="18" charset="0"/>
              </a:rPr>
              <a:t>Mua Sắm</a:t>
            </a:r>
          </a:p>
        </p:txBody>
      </p:sp>
      <p:pic>
        <p:nvPicPr>
          <p:cNvPr id="7" name="Picture 6" descr="image.png"/>
          <p:cNvPicPr>
            <a:picLocks noChangeAspect="1"/>
          </p:cNvPicPr>
          <p:nvPr/>
        </p:nvPicPr>
        <p:blipFill>
          <a:blip r:embed="rId5"/>
          <a:stretch>
            <a:fillRect/>
          </a:stretch>
        </p:blipFill>
        <p:spPr>
          <a:xfrm>
            <a:off x="6586479" y="2071687"/>
            <a:ext cx="752592" cy="762000"/>
          </a:xfrm>
          <a:prstGeom prst="rect">
            <a:avLst/>
          </a:prstGeom>
        </p:spPr>
      </p:pic>
      <p:sp>
        <p:nvSpPr>
          <p:cNvPr id="8" name="TextBox 7"/>
          <p:cNvSpPr txBox="1"/>
          <p:nvPr/>
        </p:nvSpPr>
        <p:spPr>
          <a:xfrm>
            <a:off x="6581775" y="3071812"/>
            <a:ext cx="1330166" cy="323850"/>
          </a:xfrm>
          <a:prstGeom prst="rect">
            <a:avLst/>
          </a:prstGeom>
          <a:noFill/>
        </p:spPr>
        <p:txBody>
          <a:bodyPr wrap="square" lIns="0" tIns="0" rIns="0" bIns="0" anchor="t">
            <a:spAutoFit/>
          </a:bodyPr>
          <a:lstStyle/>
          <a:p>
            <a:pPr algn="l"/>
            <a:r>
              <a:rPr sz="2100" b="0" i="0" u="none">
                <a:solidFill>
                  <a:srgbClr val="1E3A8A"/>
                </a:solidFill>
                <a:latin typeface="Times New Roman" panose="02020603050405020304" pitchFamily="18" charset="0"/>
                <a:cs typeface="Times New Roman" panose="02020603050405020304" pitchFamily="18" charset="0"/>
              </a:rPr>
              <a:t>Tài Khoản</a:t>
            </a:r>
          </a:p>
        </p:txBody>
      </p:sp>
      <p:pic>
        <p:nvPicPr>
          <p:cNvPr id="9" name="Picture 8" descr="image.png"/>
          <p:cNvPicPr>
            <a:picLocks noChangeAspect="1"/>
          </p:cNvPicPr>
          <p:nvPr/>
        </p:nvPicPr>
        <p:blipFill>
          <a:blip r:embed="rId6"/>
          <a:stretch>
            <a:fillRect/>
          </a:stretch>
        </p:blipFill>
        <p:spPr>
          <a:xfrm>
            <a:off x="1308966" y="2300287"/>
            <a:ext cx="258618" cy="304800"/>
          </a:xfrm>
          <a:prstGeom prst="rect">
            <a:avLst/>
          </a:prstGeom>
        </p:spPr>
      </p:pic>
      <p:pic>
        <p:nvPicPr>
          <p:cNvPr id="10" name="Picture 9" descr="image.png"/>
          <p:cNvPicPr>
            <a:picLocks noChangeAspect="1"/>
          </p:cNvPicPr>
          <p:nvPr/>
        </p:nvPicPr>
        <p:blipFill>
          <a:blip r:embed="rId7"/>
          <a:stretch>
            <a:fillRect/>
          </a:stretch>
        </p:blipFill>
        <p:spPr>
          <a:xfrm>
            <a:off x="6833466" y="2300287"/>
            <a:ext cx="258618" cy="304800"/>
          </a:xfrm>
          <a:prstGeom prst="rect">
            <a:avLst/>
          </a:prstGeom>
        </p:spPr>
      </p:pic>
      <p:sp>
        <p:nvSpPr>
          <p:cNvPr id="11" name="TextBox 10"/>
          <p:cNvSpPr txBox="1"/>
          <p:nvPr/>
        </p:nvSpPr>
        <p:spPr>
          <a:xfrm>
            <a:off x="1647825" y="3769688"/>
            <a:ext cx="3962400" cy="299697"/>
          </a:xfrm>
          <a:prstGeom prst="rect">
            <a:avLst/>
          </a:prstGeom>
          <a:noFill/>
        </p:spPr>
        <p:txBody>
          <a:bodyPr wrap="square" lIns="0" tIns="0" rIns="0" bIns="0" anchor="ctr">
            <a:spAutoFit/>
          </a:bodyPr>
          <a:lstStyle/>
          <a:p>
            <a:pPr algn="l">
              <a:lnSpc>
                <a:spcPts val="2640"/>
              </a:lnSpc>
            </a:pPr>
            <a:r>
              <a:rPr sz="1650" b="0" i="0" u="none">
                <a:solidFill>
                  <a:srgbClr val="334155"/>
                </a:solidFill>
                <a:latin typeface="Times New Roman" panose="02020603050405020304" pitchFamily="18" charset="0"/>
                <a:cs typeface="Times New Roman" panose="02020603050405020304" pitchFamily="18" charset="0"/>
              </a:rPr>
              <a:t>Xem danh sách &amp; chi tiết SP.</a:t>
            </a:r>
          </a:p>
        </p:txBody>
      </p:sp>
      <p:sp>
        <p:nvSpPr>
          <p:cNvPr id="12" name="TextBox 11"/>
          <p:cNvSpPr txBox="1"/>
          <p:nvPr/>
        </p:nvSpPr>
        <p:spPr>
          <a:xfrm>
            <a:off x="1647825" y="4436438"/>
            <a:ext cx="3962400" cy="299697"/>
          </a:xfrm>
          <a:prstGeom prst="rect">
            <a:avLst/>
          </a:prstGeom>
          <a:noFill/>
        </p:spPr>
        <p:txBody>
          <a:bodyPr wrap="square" lIns="0" tIns="0" rIns="0" bIns="0" anchor="ctr">
            <a:spAutoFit/>
          </a:bodyPr>
          <a:lstStyle/>
          <a:p>
            <a:pPr algn="l">
              <a:lnSpc>
                <a:spcPts val="2640"/>
              </a:lnSpc>
            </a:pPr>
            <a:r>
              <a:rPr sz="1650" b="0" i="0" u="none">
                <a:solidFill>
                  <a:srgbClr val="334155"/>
                </a:solidFill>
                <a:latin typeface="Times New Roman" panose="02020603050405020304" pitchFamily="18" charset="0"/>
                <a:cs typeface="Times New Roman" panose="02020603050405020304" pitchFamily="18" charset="0"/>
              </a:rPr>
              <a:t>Thêm sản phẩm vào giỏ hàng.</a:t>
            </a:r>
          </a:p>
        </p:txBody>
      </p:sp>
      <p:sp>
        <p:nvSpPr>
          <p:cNvPr id="13" name="TextBox 12"/>
          <p:cNvSpPr txBox="1"/>
          <p:nvPr/>
        </p:nvSpPr>
        <p:spPr>
          <a:xfrm>
            <a:off x="1647825" y="5103188"/>
            <a:ext cx="3962400" cy="299697"/>
          </a:xfrm>
          <a:prstGeom prst="rect">
            <a:avLst/>
          </a:prstGeom>
          <a:noFill/>
        </p:spPr>
        <p:txBody>
          <a:bodyPr wrap="square" lIns="0" tIns="0" rIns="0" bIns="0" anchor="ctr">
            <a:spAutoFit/>
          </a:bodyPr>
          <a:lstStyle/>
          <a:p>
            <a:pPr algn="l">
              <a:lnSpc>
                <a:spcPts val="2640"/>
              </a:lnSpc>
            </a:pPr>
            <a:r>
              <a:rPr sz="1650" b="0" i="0" u="none">
                <a:solidFill>
                  <a:srgbClr val="334155"/>
                </a:solidFill>
                <a:latin typeface="Times New Roman" panose="02020603050405020304" pitchFamily="18" charset="0"/>
                <a:cs typeface="Times New Roman" panose="02020603050405020304" pitchFamily="18" charset="0"/>
              </a:rPr>
              <a:t>Đặt hàng và thanh toán.</a:t>
            </a:r>
          </a:p>
        </p:txBody>
      </p:sp>
      <p:sp>
        <p:nvSpPr>
          <p:cNvPr id="14" name="TextBox 13"/>
          <p:cNvSpPr txBox="1"/>
          <p:nvPr/>
        </p:nvSpPr>
        <p:spPr>
          <a:xfrm>
            <a:off x="7172325" y="3769688"/>
            <a:ext cx="3962400" cy="299697"/>
          </a:xfrm>
          <a:prstGeom prst="rect">
            <a:avLst/>
          </a:prstGeom>
          <a:noFill/>
        </p:spPr>
        <p:txBody>
          <a:bodyPr wrap="square" lIns="0" tIns="0" rIns="0" bIns="0" anchor="ctr">
            <a:spAutoFit/>
          </a:bodyPr>
          <a:lstStyle/>
          <a:p>
            <a:pPr algn="l">
              <a:lnSpc>
                <a:spcPts val="2640"/>
              </a:lnSpc>
            </a:pPr>
            <a:r>
              <a:rPr sz="1650" b="0" i="0" u="none">
                <a:solidFill>
                  <a:srgbClr val="334155"/>
                </a:solidFill>
                <a:latin typeface="Times New Roman" panose="02020603050405020304" pitchFamily="18" charset="0"/>
                <a:cs typeface="Times New Roman" panose="02020603050405020304" pitchFamily="18" charset="0"/>
              </a:rPr>
              <a:t>Đăng ký / Đăng nhập.</a:t>
            </a:r>
          </a:p>
        </p:txBody>
      </p:sp>
      <p:sp>
        <p:nvSpPr>
          <p:cNvPr id="15" name="TextBox 14"/>
          <p:cNvSpPr txBox="1"/>
          <p:nvPr/>
        </p:nvSpPr>
        <p:spPr>
          <a:xfrm>
            <a:off x="7172325" y="4436438"/>
            <a:ext cx="3962400" cy="299697"/>
          </a:xfrm>
          <a:prstGeom prst="rect">
            <a:avLst/>
          </a:prstGeom>
          <a:noFill/>
        </p:spPr>
        <p:txBody>
          <a:bodyPr wrap="square" lIns="0" tIns="0" rIns="0" bIns="0" anchor="ctr">
            <a:spAutoFit/>
          </a:bodyPr>
          <a:lstStyle/>
          <a:p>
            <a:pPr algn="l">
              <a:lnSpc>
                <a:spcPts val="2640"/>
              </a:lnSpc>
            </a:pPr>
            <a:r>
              <a:rPr sz="1650" b="0" i="0" u="none">
                <a:solidFill>
                  <a:srgbClr val="334155"/>
                </a:solidFill>
                <a:latin typeface="Times New Roman" panose="02020603050405020304" pitchFamily="18" charset="0"/>
                <a:cs typeface="Times New Roman" panose="02020603050405020304" pitchFamily="18" charset="0"/>
              </a:rPr>
              <a:t>Quản lý thông tin cá nhân.</a:t>
            </a:r>
          </a:p>
        </p:txBody>
      </p:sp>
      <p:sp>
        <p:nvSpPr>
          <p:cNvPr id="16" name="TextBox 15"/>
          <p:cNvSpPr txBox="1"/>
          <p:nvPr/>
        </p:nvSpPr>
        <p:spPr>
          <a:xfrm>
            <a:off x="7172325" y="5103188"/>
            <a:ext cx="3962400" cy="299697"/>
          </a:xfrm>
          <a:prstGeom prst="rect">
            <a:avLst/>
          </a:prstGeom>
          <a:noFill/>
        </p:spPr>
        <p:txBody>
          <a:bodyPr wrap="square" lIns="0" tIns="0" rIns="0" bIns="0" anchor="ctr">
            <a:spAutoFit/>
          </a:bodyPr>
          <a:lstStyle/>
          <a:p>
            <a:pPr algn="l">
              <a:lnSpc>
                <a:spcPts val="2640"/>
              </a:lnSpc>
            </a:pPr>
            <a:r>
              <a:rPr sz="1650" b="0" i="0" u="none">
                <a:solidFill>
                  <a:srgbClr val="334155"/>
                </a:solidFill>
                <a:latin typeface="Times New Roman" panose="02020603050405020304" pitchFamily="18" charset="0"/>
                <a:cs typeface="Times New Roman" panose="02020603050405020304" pitchFamily="18" charset="0"/>
              </a:rPr>
              <a:t>Xem lịch sử mua hàng.</a:t>
            </a:r>
          </a:p>
        </p:txBody>
      </p:sp>
      <p:pic>
        <p:nvPicPr>
          <p:cNvPr id="17" name="Picture 16" descr="image.png"/>
          <p:cNvPicPr>
            <a:picLocks noChangeAspect="1"/>
          </p:cNvPicPr>
          <p:nvPr/>
        </p:nvPicPr>
        <p:blipFill>
          <a:blip r:embed="rId8"/>
          <a:stretch>
            <a:fillRect/>
          </a:stretch>
        </p:blipFill>
        <p:spPr>
          <a:xfrm>
            <a:off x="1057275" y="3857625"/>
            <a:ext cx="114300" cy="123825"/>
          </a:xfrm>
          <a:prstGeom prst="rect">
            <a:avLst/>
          </a:prstGeom>
        </p:spPr>
      </p:pic>
      <p:pic>
        <p:nvPicPr>
          <p:cNvPr id="18" name="Picture 17" descr="image.png"/>
          <p:cNvPicPr>
            <a:picLocks noChangeAspect="1"/>
          </p:cNvPicPr>
          <p:nvPr/>
        </p:nvPicPr>
        <p:blipFill>
          <a:blip r:embed="rId8"/>
          <a:stretch>
            <a:fillRect/>
          </a:stretch>
        </p:blipFill>
        <p:spPr>
          <a:xfrm>
            <a:off x="1057275" y="4524375"/>
            <a:ext cx="114300" cy="123825"/>
          </a:xfrm>
          <a:prstGeom prst="rect">
            <a:avLst/>
          </a:prstGeom>
        </p:spPr>
      </p:pic>
      <p:pic>
        <p:nvPicPr>
          <p:cNvPr id="19" name="Picture 18" descr="image.png"/>
          <p:cNvPicPr>
            <a:picLocks noChangeAspect="1"/>
          </p:cNvPicPr>
          <p:nvPr/>
        </p:nvPicPr>
        <p:blipFill>
          <a:blip r:embed="rId8"/>
          <a:stretch>
            <a:fillRect/>
          </a:stretch>
        </p:blipFill>
        <p:spPr>
          <a:xfrm>
            <a:off x="1057275" y="5191125"/>
            <a:ext cx="114300" cy="123825"/>
          </a:xfrm>
          <a:prstGeom prst="rect">
            <a:avLst/>
          </a:prstGeom>
        </p:spPr>
      </p:pic>
      <p:pic>
        <p:nvPicPr>
          <p:cNvPr id="20" name="Picture 19" descr="image.png"/>
          <p:cNvPicPr>
            <a:picLocks noChangeAspect="1"/>
          </p:cNvPicPr>
          <p:nvPr/>
        </p:nvPicPr>
        <p:blipFill>
          <a:blip r:embed="rId8"/>
          <a:stretch>
            <a:fillRect/>
          </a:stretch>
        </p:blipFill>
        <p:spPr>
          <a:xfrm>
            <a:off x="6581775" y="3857625"/>
            <a:ext cx="114300" cy="123825"/>
          </a:xfrm>
          <a:prstGeom prst="rect">
            <a:avLst/>
          </a:prstGeom>
        </p:spPr>
      </p:pic>
      <p:pic>
        <p:nvPicPr>
          <p:cNvPr id="21" name="Picture 20" descr="image.png"/>
          <p:cNvPicPr>
            <a:picLocks noChangeAspect="1"/>
          </p:cNvPicPr>
          <p:nvPr/>
        </p:nvPicPr>
        <p:blipFill>
          <a:blip r:embed="rId8"/>
          <a:stretch>
            <a:fillRect/>
          </a:stretch>
        </p:blipFill>
        <p:spPr>
          <a:xfrm>
            <a:off x="6581775" y="4524375"/>
            <a:ext cx="114300" cy="123825"/>
          </a:xfrm>
          <a:prstGeom prst="rect">
            <a:avLst/>
          </a:prstGeom>
        </p:spPr>
      </p:pic>
      <p:pic>
        <p:nvPicPr>
          <p:cNvPr id="22" name="Picture 21" descr="image.png"/>
          <p:cNvPicPr>
            <a:picLocks noChangeAspect="1"/>
          </p:cNvPicPr>
          <p:nvPr/>
        </p:nvPicPr>
        <p:blipFill>
          <a:blip r:embed="rId8"/>
          <a:stretch>
            <a:fillRect/>
          </a:stretch>
        </p:blipFill>
        <p:spPr>
          <a:xfrm>
            <a:off x="6581775" y="5191125"/>
            <a:ext cx="114300" cy="12382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762000" y="2319337"/>
            <a:ext cx="3365450" cy="3162300"/>
          </a:xfrm>
          <a:prstGeom prst="rect">
            <a:avLst/>
          </a:prstGeom>
        </p:spPr>
      </p:pic>
      <p:pic>
        <p:nvPicPr>
          <p:cNvPr id="3" name="Picture 2" descr="image.png"/>
          <p:cNvPicPr>
            <a:picLocks noChangeAspect="1"/>
          </p:cNvPicPr>
          <p:nvPr/>
        </p:nvPicPr>
        <p:blipFill>
          <a:blip r:embed="rId3"/>
          <a:stretch>
            <a:fillRect/>
          </a:stretch>
        </p:blipFill>
        <p:spPr>
          <a:xfrm>
            <a:off x="4413200" y="2319337"/>
            <a:ext cx="3365450" cy="3162300"/>
          </a:xfrm>
          <a:prstGeom prst="rect">
            <a:avLst/>
          </a:prstGeom>
        </p:spPr>
      </p:pic>
      <p:pic>
        <p:nvPicPr>
          <p:cNvPr id="4" name="Picture 3" descr="image.png"/>
          <p:cNvPicPr>
            <a:picLocks noChangeAspect="1"/>
          </p:cNvPicPr>
          <p:nvPr/>
        </p:nvPicPr>
        <p:blipFill>
          <a:blip r:embed="rId4"/>
          <a:stretch>
            <a:fillRect/>
          </a:stretch>
        </p:blipFill>
        <p:spPr>
          <a:xfrm>
            <a:off x="8064400" y="2319337"/>
            <a:ext cx="3365450" cy="3162300"/>
          </a:xfrm>
          <a:prstGeom prst="rect">
            <a:avLst/>
          </a:prstGeom>
        </p:spPr>
      </p:pic>
      <p:sp>
        <p:nvSpPr>
          <p:cNvPr id="5" name="TextBox 4"/>
          <p:cNvSpPr txBox="1"/>
          <p:nvPr/>
        </p:nvSpPr>
        <p:spPr>
          <a:xfrm>
            <a:off x="762000" y="571500"/>
            <a:ext cx="11201400" cy="561975"/>
          </a:xfrm>
          <a:prstGeom prst="rect">
            <a:avLst/>
          </a:prstGeom>
          <a:noFill/>
        </p:spPr>
        <p:txBody>
          <a:bodyPr wrap="square" lIns="0" tIns="0" rIns="0" bIns="0" anchor="t">
            <a:spAutoFit/>
          </a:bodyPr>
          <a:lstStyle/>
          <a:p>
            <a:pPr algn="l"/>
            <a:r>
              <a:rPr sz="3600" b="1" i="0" u="none">
                <a:solidFill>
                  <a:srgbClr val="1E3A8A"/>
                </a:solidFill>
                <a:latin typeface="Inter SemiBold"/>
              </a:rPr>
              <a:t>Yêu Cầu Chức Năng: Quản Trị Viên</a:t>
            </a:r>
          </a:p>
        </p:txBody>
      </p:sp>
      <p:pic>
        <p:nvPicPr>
          <p:cNvPr id="6" name="Picture 5" descr="image.png"/>
          <p:cNvPicPr>
            <a:picLocks noChangeAspect="1"/>
          </p:cNvPicPr>
          <p:nvPr/>
        </p:nvPicPr>
        <p:blipFill>
          <a:blip r:embed="rId5"/>
          <a:stretch>
            <a:fillRect/>
          </a:stretch>
        </p:blipFill>
        <p:spPr>
          <a:xfrm>
            <a:off x="2068354" y="2709862"/>
            <a:ext cx="752592" cy="762000"/>
          </a:xfrm>
          <a:prstGeom prst="rect">
            <a:avLst/>
          </a:prstGeom>
        </p:spPr>
      </p:pic>
      <p:sp>
        <p:nvSpPr>
          <p:cNvPr id="7" name="TextBox 6"/>
          <p:cNvSpPr txBox="1"/>
          <p:nvPr/>
        </p:nvSpPr>
        <p:spPr>
          <a:xfrm>
            <a:off x="1194494" y="3709987"/>
            <a:ext cx="2500312" cy="439293"/>
          </a:xfrm>
          <a:prstGeom prst="rect">
            <a:avLst/>
          </a:prstGeom>
          <a:noFill/>
        </p:spPr>
        <p:txBody>
          <a:bodyPr wrap="square" lIns="0" tIns="0" rIns="0" bIns="0" anchor="t">
            <a:normAutofit/>
          </a:bodyPr>
          <a:lstStyle/>
          <a:p>
            <a:pPr algn="ctr"/>
            <a:r>
              <a:rPr sz="2100" b="0" i="0" u="none">
                <a:solidFill>
                  <a:srgbClr val="1E3A8A"/>
                </a:solidFill>
                <a:latin typeface="Times New Roman" panose="02020603050405020304" pitchFamily="18" charset="0"/>
                <a:cs typeface="Times New Roman" panose="02020603050405020304" pitchFamily="18" charset="0"/>
              </a:rPr>
              <a:t>Quản Lý Sản Phẩm</a:t>
            </a:r>
          </a:p>
        </p:txBody>
      </p:sp>
      <p:sp>
        <p:nvSpPr>
          <p:cNvPr id="8" name="TextBox 7"/>
          <p:cNvSpPr txBox="1"/>
          <p:nvPr/>
        </p:nvSpPr>
        <p:spPr>
          <a:xfrm>
            <a:off x="1057275" y="4176712"/>
            <a:ext cx="2774900" cy="583686"/>
          </a:xfrm>
          <a:prstGeom prst="rect">
            <a:avLst/>
          </a:prstGeom>
          <a:noFill/>
        </p:spPr>
        <p:txBody>
          <a:bodyPr wrap="square" lIns="0" tIns="0" rIns="0" bIns="0" anchor="t">
            <a:spAutoFit/>
          </a:bodyPr>
          <a:lstStyle/>
          <a:p>
            <a:pPr algn="ctr">
              <a:lnSpc>
                <a:spcPts val="2400"/>
              </a:lnSpc>
            </a:pPr>
            <a:r>
              <a:rPr sz="1500" b="0" i="0" u="none">
                <a:solidFill>
                  <a:srgbClr val="334155"/>
                </a:solidFill>
                <a:latin typeface="Times New Roman" panose="02020603050405020304" pitchFamily="18" charset="0"/>
                <a:cs typeface="Times New Roman" panose="02020603050405020304" pitchFamily="18" charset="0"/>
              </a:rPr>
              <a:t>Thêm, sửa, xóa laptop, quản lý thể loại và danh mục.</a:t>
            </a:r>
          </a:p>
        </p:txBody>
      </p:sp>
      <p:pic>
        <p:nvPicPr>
          <p:cNvPr id="9" name="Picture 8" descr="image.png"/>
          <p:cNvPicPr>
            <a:picLocks noChangeAspect="1"/>
          </p:cNvPicPr>
          <p:nvPr/>
        </p:nvPicPr>
        <p:blipFill>
          <a:blip r:embed="rId6"/>
          <a:stretch>
            <a:fillRect/>
          </a:stretch>
        </p:blipFill>
        <p:spPr>
          <a:xfrm>
            <a:off x="5719555" y="2709862"/>
            <a:ext cx="752592" cy="762000"/>
          </a:xfrm>
          <a:prstGeom prst="rect">
            <a:avLst/>
          </a:prstGeom>
        </p:spPr>
      </p:pic>
      <p:sp>
        <p:nvSpPr>
          <p:cNvPr id="10" name="TextBox 9"/>
          <p:cNvSpPr txBox="1"/>
          <p:nvPr/>
        </p:nvSpPr>
        <p:spPr>
          <a:xfrm>
            <a:off x="4845694" y="3709987"/>
            <a:ext cx="2500312" cy="323850"/>
          </a:xfrm>
          <a:prstGeom prst="rect">
            <a:avLst/>
          </a:prstGeom>
          <a:noFill/>
        </p:spPr>
        <p:txBody>
          <a:bodyPr wrap="square" lIns="0" tIns="0" rIns="0" bIns="0" anchor="t">
            <a:spAutoFit/>
          </a:bodyPr>
          <a:lstStyle/>
          <a:p>
            <a:pPr algn="ctr"/>
            <a:r>
              <a:rPr sz="2100" b="0" i="0" u="none">
                <a:solidFill>
                  <a:srgbClr val="1E3A8A"/>
                </a:solidFill>
                <a:latin typeface="Times New Roman" panose="02020603050405020304" pitchFamily="18" charset="0"/>
                <a:cs typeface="Times New Roman" panose="02020603050405020304" pitchFamily="18" charset="0"/>
              </a:rPr>
              <a:t>Quản Lý Đơn Hàng</a:t>
            </a:r>
          </a:p>
        </p:txBody>
      </p:sp>
      <p:sp>
        <p:nvSpPr>
          <p:cNvPr id="11" name="TextBox 10"/>
          <p:cNvSpPr txBox="1"/>
          <p:nvPr/>
        </p:nvSpPr>
        <p:spPr>
          <a:xfrm>
            <a:off x="4708475" y="4176712"/>
            <a:ext cx="2774900" cy="583686"/>
          </a:xfrm>
          <a:prstGeom prst="rect">
            <a:avLst/>
          </a:prstGeom>
          <a:noFill/>
        </p:spPr>
        <p:txBody>
          <a:bodyPr wrap="square" lIns="0" tIns="0" rIns="0" bIns="0" anchor="t">
            <a:spAutoFit/>
          </a:bodyPr>
          <a:lstStyle/>
          <a:p>
            <a:pPr algn="ctr">
              <a:lnSpc>
                <a:spcPts val="2400"/>
              </a:lnSpc>
            </a:pPr>
            <a:r>
              <a:rPr sz="1500" b="0" i="0" u="none">
                <a:solidFill>
                  <a:srgbClr val="334155"/>
                </a:solidFill>
                <a:latin typeface="Times New Roman" panose="02020603050405020304" pitchFamily="18" charset="0"/>
                <a:cs typeface="Times New Roman" panose="02020603050405020304" pitchFamily="18" charset="0"/>
              </a:rPr>
              <a:t>Theo dõi, cập nhật trạng thái và xử lý đơn đặt hàng.</a:t>
            </a:r>
          </a:p>
        </p:txBody>
      </p:sp>
      <p:pic>
        <p:nvPicPr>
          <p:cNvPr id="12" name="Picture 11" descr="image.png"/>
          <p:cNvPicPr>
            <a:picLocks noChangeAspect="1"/>
          </p:cNvPicPr>
          <p:nvPr/>
        </p:nvPicPr>
        <p:blipFill>
          <a:blip r:embed="rId7"/>
          <a:stretch>
            <a:fillRect/>
          </a:stretch>
        </p:blipFill>
        <p:spPr>
          <a:xfrm>
            <a:off x="9370755" y="2709862"/>
            <a:ext cx="752592" cy="762000"/>
          </a:xfrm>
          <a:prstGeom prst="rect">
            <a:avLst/>
          </a:prstGeom>
        </p:spPr>
      </p:pic>
      <p:sp>
        <p:nvSpPr>
          <p:cNvPr id="13" name="TextBox 12"/>
          <p:cNvSpPr txBox="1"/>
          <p:nvPr/>
        </p:nvSpPr>
        <p:spPr>
          <a:xfrm>
            <a:off x="8506896" y="3709987"/>
            <a:ext cx="2480310" cy="323850"/>
          </a:xfrm>
          <a:prstGeom prst="rect">
            <a:avLst/>
          </a:prstGeom>
          <a:noFill/>
        </p:spPr>
        <p:txBody>
          <a:bodyPr wrap="square" lIns="0" tIns="0" rIns="0" bIns="0" anchor="t">
            <a:spAutoFit/>
          </a:bodyPr>
          <a:lstStyle/>
          <a:p>
            <a:pPr algn="ctr"/>
            <a:r>
              <a:rPr sz="2100" b="0" i="0" u="none">
                <a:solidFill>
                  <a:srgbClr val="1E3A8A"/>
                </a:solidFill>
                <a:latin typeface="Times New Roman" panose="02020603050405020304" pitchFamily="18" charset="0"/>
                <a:cs typeface="Times New Roman" panose="02020603050405020304" pitchFamily="18" charset="0"/>
              </a:rPr>
              <a:t>Quản Lý Hệ Thống</a:t>
            </a:r>
          </a:p>
        </p:txBody>
      </p:sp>
      <p:sp>
        <p:nvSpPr>
          <p:cNvPr id="14" name="TextBox 13"/>
          <p:cNvSpPr txBox="1"/>
          <p:nvPr/>
        </p:nvSpPr>
        <p:spPr>
          <a:xfrm>
            <a:off x="8359675" y="4176712"/>
            <a:ext cx="2774900" cy="583686"/>
          </a:xfrm>
          <a:prstGeom prst="rect">
            <a:avLst/>
          </a:prstGeom>
          <a:noFill/>
        </p:spPr>
        <p:txBody>
          <a:bodyPr wrap="square" lIns="0" tIns="0" rIns="0" bIns="0" anchor="t">
            <a:spAutoFit/>
          </a:bodyPr>
          <a:lstStyle/>
          <a:p>
            <a:pPr algn="ctr">
              <a:lnSpc>
                <a:spcPts val="2400"/>
              </a:lnSpc>
            </a:pPr>
            <a:r>
              <a:rPr sz="1500" b="0" i="0" u="none">
                <a:solidFill>
                  <a:srgbClr val="334155"/>
                </a:solidFill>
                <a:latin typeface="Times New Roman" panose="02020603050405020304" pitchFamily="18" charset="0"/>
                <a:cs typeface="Times New Roman" panose="02020603050405020304" pitchFamily="18" charset="0"/>
              </a:rPr>
              <a:t>Quản lý người dùng, phân quyền tài khoản, quản lý bài viết.</a:t>
            </a:r>
          </a:p>
        </p:txBody>
      </p:sp>
      <p:pic>
        <p:nvPicPr>
          <p:cNvPr id="15" name="Picture 14" descr="image.png"/>
          <p:cNvPicPr>
            <a:picLocks noChangeAspect="1"/>
          </p:cNvPicPr>
          <p:nvPr/>
        </p:nvPicPr>
        <p:blipFill>
          <a:blip r:embed="rId8"/>
          <a:stretch>
            <a:fillRect/>
          </a:stretch>
        </p:blipFill>
        <p:spPr>
          <a:xfrm>
            <a:off x="2259923" y="2938462"/>
            <a:ext cx="369454" cy="304800"/>
          </a:xfrm>
          <a:prstGeom prst="rect">
            <a:avLst/>
          </a:prstGeom>
        </p:spPr>
      </p:pic>
      <p:pic>
        <p:nvPicPr>
          <p:cNvPr id="16" name="Picture 15" descr="image.png"/>
          <p:cNvPicPr>
            <a:picLocks noChangeAspect="1"/>
          </p:cNvPicPr>
          <p:nvPr/>
        </p:nvPicPr>
        <p:blipFill>
          <a:blip r:embed="rId9"/>
          <a:stretch>
            <a:fillRect/>
          </a:stretch>
        </p:blipFill>
        <p:spPr>
          <a:xfrm>
            <a:off x="5985015" y="2938462"/>
            <a:ext cx="221672" cy="304800"/>
          </a:xfrm>
          <a:prstGeom prst="rect">
            <a:avLst/>
          </a:prstGeom>
        </p:spPr>
      </p:pic>
      <p:pic>
        <p:nvPicPr>
          <p:cNvPr id="17" name="Picture 16" descr="image.png"/>
          <p:cNvPicPr>
            <a:picLocks noChangeAspect="1"/>
          </p:cNvPicPr>
          <p:nvPr/>
        </p:nvPicPr>
        <p:blipFill>
          <a:blip r:embed="rId10"/>
          <a:stretch>
            <a:fillRect/>
          </a:stretch>
        </p:blipFill>
        <p:spPr>
          <a:xfrm>
            <a:off x="9562324" y="2938462"/>
            <a:ext cx="369454" cy="3048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62000" y="571500"/>
            <a:ext cx="11201400" cy="561975"/>
          </a:xfrm>
          <a:prstGeom prst="rect">
            <a:avLst/>
          </a:prstGeom>
          <a:noFill/>
        </p:spPr>
        <p:txBody>
          <a:bodyPr wrap="square" lIns="0" tIns="0" rIns="0" bIns="0" anchor="t">
            <a:spAutoFit/>
          </a:bodyPr>
          <a:lstStyle/>
          <a:p>
            <a:pPr algn="l"/>
            <a:r>
              <a:rPr sz="3600" b="1" i="0" u="none">
                <a:solidFill>
                  <a:srgbClr val="1E3A8A"/>
                </a:solidFill>
                <a:latin typeface="Inter SemiBold"/>
              </a:rPr>
              <a:t>Yêu Cầu Phi Chức Năng</a:t>
            </a:r>
          </a:p>
        </p:txBody>
      </p:sp>
      <p:sp>
        <p:nvSpPr>
          <p:cNvPr id="3" name="Rounded Rectangle 2"/>
          <p:cNvSpPr/>
          <p:nvPr/>
        </p:nvSpPr>
        <p:spPr>
          <a:xfrm>
            <a:off x="762000" y="2166937"/>
            <a:ext cx="10668000" cy="3467100"/>
          </a:xfrm>
          <a:prstGeom prst="roundRect">
            <a:avLst>
              <a:gd name="adj" fmla="val 0"/>
            </a:avLst>
          </a:prstGeom>
          <a:solidFill>
            <a:srgbClr val="FFFFFF"/>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4" name="Table 3"/>
          <p:cNvGraphicFramePr>
            <a:graphicFrameLocks noGrp="1"/>
          </p:cNvGraphicFramePr>
          <p:nvPr>
            <p:extLst>
              <p:ext uri="{D42A27DB-BD31-4B8C-83A1-F6EECF244321}">
                <p14:modId xmlns:p14="http://schemas.microsoft.com/office/powerpoint/2010/main" val="3530495449"/>
              </p:ext>
            </p:extLst>
          </p:nvPr>
        </p:nvGraphicFramePr>
        <p:xfrm>
          <a:off x="762000" y="2166937"/>
          <a:ext cx="10667999" cy="3467100"/>
        </p:xfrm>
        <a:graphic>
          <a:graphicData uri="http://schemas.openxmlformats.org/drawingml/2006/table">
            <a:tbl>
              <a:tblPr firstRow="1" bandRow="1">
                <a:tableStyleId>{5C22544A-7EE6-4342-B048-85BDC9FD1C3A}</a:tableStyleId>
              </a:tblPr>
              <a:tblGrid>
                <a:gridCol w="2028973">
                  <a:extLst>
                    <a:ext uri="{9D8B030D-6E8A-4147-A177-3AD203B41FA5}">
                      <a16:colId xmlns:a16="http://schemas.microsoft.com/office/drawing/2014/main" val="20000"/>
                    </a:ext>
                  </a:extLst>
                </a:gridCol>
                <a:gridCol w="8639026">
                  <a:extLst>
                    <a:ext uri="{9D8B030D-6E8A-4147-A177-3AD203B41FA5}">
                      <a16:colId xmlns:a16="http://schemas.microsoft.com/office/drawing/2014/main" val="20001"/>
                    </a:ext>
                  </a:extLst>
                </a:gridCol>
              </a:tblGrid>
              <a:tr h="693420">
                <a:tc>
                  <a:txBody>
                    <a:bodyPr/>
                    <a:lstStyle/>
                    <a:p>
                      <a:pPr algn="l"/>
                      <a:r>
                        <a:rPr sz="1500" b="0" i="0" u="none">
                          <a:solidFill>
                            <a:srgbClr val="1E293B"/>
                          </a:solidFill>
                          <a:latin typeface="Times New Roman" panose="02020603050405020304" pitchFamily="18" charset="0"/>
                          <a:cs typeface="Times New Roman" panose="02020603050405020304" pitchFamily="18" charset="0"/>
                        </a:rPr>
                        <a:t>Loại Yêu Cầu</a:t>
                      </a:r>
                    </a:p>
                  </a:txBody>
                  <a:tcPr marL="63500" marR="63500" marT="25400" marB="25400" anchor="ctr">
                    <a:lnL>
                      <a:noFill/>
                    </a:lnL>
                    <a:lnR>
                      <a:noFill/>
                    </a:lnR>
                    <a:lnT>
                      <a:noFill/>
                    </a:lnT>
                    <a:lnB>
                      <a:noFill/>
                    </a:lnB>
                    <a:solidFill>
                      <a:srgbClr val="F1F5F9"/>
                    </a:solidFill>
                  </a:tcPr>
                </a:tc>
                <a:tc>
                  <a:txBody>
                    <a:bodyPr/>
                    <a:lstStyle/>
                    <a:p>
                      <a:pPr algn="l"/>
                      <a:r>
                        <a:rPr sz="1500" b="0" i="0" u="none">
                          <a:solidFill>
                            <a:srgbClr val="1E293B"/>
                          </a:solidFill>
                          <a:latin typeface="Times New Roman" panose="02020603050405020304" pitchFamily="18" charset="0"/>
                          <a:cs typeface="Times New Roman" panose="02020603050405020304" pitchFamily="18" charset="0"/>
                        </a:rPr>
                        <a:t>Mô Tả Chi Tiết</a:t>
                      </a:r>
                    </a:p>
                  </a:txBody>
                  <a:tcPr marL="63500" marR="63500" marT="25400" marB="25400" anchor="ctr">
                    <a:lnL>
                      <a:noFill/>
                    </a:lnL>
                    <a:lnR>
                      <a:noFill/>
                    </a:lnR>
                    <a:lnT>
                      <a:noFill/>
                    </a:lnT>
                    <a:lnB>
                      <a:noFill/>
                    </a:lnB>
                    <a:solidFill>
                      <a:srgbClr val="F1F5F9"/>
                    </a:solidFill>
                  </a:tcPr>
                </a:tc>
                <a:extLst>
                  <a:ext uri="{0D108BD9-81ED-4DB2-BD59-A6C34878D82A}">
                    <a16:rowId xmlns:a16="http://schemas.microsoft.com/office/drawing/2014/main" val="10000"/>
                  </a:ext>
                </a:extLst>
              </a:tr>
              <a:tr h="693420">
                <a:tc>
                  <a:txBody>
                    <a:bodyPr/>
                    <a:lstStyle/>
                    <a:p>
                      <a:pPr algn="l"/>
                      <a:r>
                        <a:rPr sz="1500" b="1" i="0" u="none">
                          <a:solidFill>
                            <a:srgbClr val="334155"/>
                          </a:solidFill>
                          <a:latin typeface="Times New Roman" panose="02020603050405020304" pitchFamily="18" charset="0"/>
                          <a:cs typeface="Times New Roman" panose="02020603050405020304" pitchFamily="18" charset="0"/>
                        </a:rPr>
                        <a:t>Bảo mật</a:t>
                      </a:r>
                    </a:p>
                  </a:txBody>
                  <a:tcPr marL="63500" marR="63500" marT="25400" marB="25400" anchor="ctr">
                    <a:lnL>
                      <a:noFill/>
                    </a:lnL>
                    <a:lnR>
                      <a:noFill/>
                    </a:lnR>
                    <a:lnT>
                      <a:noFill/>
                    </a:lnT>
                    <a:lnB>
                      <a:noFill/>
                    </a:lnB>
                    <a:noFill/>
                  </a:tcPr>
                </a:tc>
                <a:tc>
                  <a:txBody>
                    <a:bodyPr/>
                    <a:lstStyle/>
                    <a:p>
                      <a:pPr algn="l"/>
                      <a:r>
                        <a:rPr sz="1500" b="0" i="0" u="none">
                          <a:solidFill>
                            <a:srgbClr val="334155"/>
                          </a:solidFill>
                          <a:latin typeface="Times New Roman" panose="02020603050405020304" pitchFamily="18" charset="0"/>
                          <a:cs typeface="Times New Roman" panose="02020603050405020304" pitchFamily="18" charset="0"/>
                        </a:rPr>
                        <a:t>Phân quyền người dùng chặt chẽ giữa Khách hàng và Admin.</a:t>
                      </a:r>
                    </a:p>
                  </a:txBody>
                  <a:tcPr marL="63500" marR="63500" marT="25400" marB="25400" anchor="ctr">
                    <a:lnL>
                      <a:noFill/>
                    </a:lnL>
                    <a:lnR>
                      <a:noFill/>
                    </a:lnR>
                    <a:lnT>
                      <a:noFill/>
                    </a:lnT>
                    <a:lnB>
                      <a:noFill/>
                    </a:lnB>
                    <a:noFill/>
                  </a:tcPr>
                </a:tc>
                <a:extLst>
                  <a:ext uri="{0D108BD9-81ED-4DB2-BD59-A6C34878D82A}">
                    <a16:rowId xmlns:a16="http://schemas.microsoft.com/office/drawing/2014/main" val="10001"/>
                  </a:ext>
                </a:extLst>
              </a:tr>
              <a:tr h="693420">
                <a:tc>
                  <a:txBody>
                    <a:bodyPr/>
                    <a:lstStyle/>
                    <a:p>
                      <a:pPr algn="l"/>
                      <a:r>
                        <a:rPr sz="1500" b="1" i="0" u="none">
                          <a:solidFill>
                            <a:srgbClr val="334155"/>
                          </a:solidFill>
                          <a:latin typeface="Times New Roman" panose="02020603050405020304" pitchFamily="18" charset="0"/>
                          <a:cs typeface="Times New Roman" panose="02020603050405020304" pitchFamily="18" charset="0"/>
                        </a:rPr>
                        <a:t>Tiện dụng</a:t>
                      </a:r>
                    </a:p>
                  </a:txBody>
                  <a:tcPr marL="63500" marR="63500" marT="25400" marB="25400" anchor="ctr">
                    <a:lnL>
                      <a:noFill/>
                    </a:lnL>
                    <a:lnR>
                      <a:noFill/>
                    </a:lnR>
                    <a:lnT>
                      <a:noFill/>
                    </a:lnT>
                    <a:lnB>
                      <a:noFill/>
                    </a:lnB>
                    <a:noFill/>
                  </a:tcPr>
                </a:tc>
                <a:tc>
                  <a:txBody>
                    <a:bodyPr/>
                    <a:lstStyle/>
                    <a:p>
                      <a:pPr algn="l"/>
                      <a:r>
                        <a:rPr sz="1500" b="0" i="0" u="none">
                          <a:solidFill>
                            <a:srgbClr val="334155"/>
                          </a:solidFill>
                          <a:latin typeface="Times New Roman" panose="02020603050405020304" pitchFamily="18" charset="0"/>
                          <a:cs typeface="Times New Roman" panose="02020603050405020304" pitchFamily="18" charset="0"/>
                        </a:rPr>
                        <a:t>Giao diện thân thiện, trực quan, dễ dàng thao tác sử dụng.</a:t>
                      </a:r>
                    </a:p>
                  </a:txBody>
                  <a:tcPr marL="63500" marR="63500" marT="25400" marB="25400" anchor="ctr">
                    <a:lnL>
                      <a:noFill/>
                    </a:lnL>
                    <a:lnR>
                      <a:noFill/>
                    </a:lnR>
                    <a:lnT>
                      <a:noFill/>
                    </a:lnT>
                    <a:lnB>
                      <a:noFill/>
                    </a:lnB>
                    <a:noFill/>
                  </a:tcPr>
                </a:tc>
                <a:extLst>
                  <a:ext uri="{0D108BD9-81ED-4DB2-BD59-A6C34878D82A}">
                    <a16:rowId xmlns:a16="http://schemas.microsoft.com/office/drawing/2014/main" val="10002"/>
                  </a:ext>
                </a:extLst>
              </a:tr>
              <a:tr h="693420">
                <a:tc>
                  <a:txBody>
                    <a:bodyPr/>
                    <a:lstStyle/>
                    <a:p>
                      <a:pPr algn="l"/>
                      <a:r>
                        <a:rPr sz="1500" b="1" i="0" u="none">
                          <a:solidFill>
                            <a:srgbClr val="334155"/>
                          </a:solidFill>
                          <a:latin typeface="Times New Roman" panose="02020603050405020304" pitchFamily="18" charset="0"/>
                          <a:cs typeface="Times New Roman" panose="02020603050405020304" pitchFamily="18" charset="0"/>
                        </a:rPr>
                        <a:t>Hiệu quả</a:t>
                      </a:r>
                    </a:p>
                  </a:txBody>
                  <a:tcPr marL="63500" marR="63500" marT="25400" marB="25400" anchor="ctr">
                    <a:lnL>
                      <a:noFill/>
                    </a:lnL>
                    <a:lnR>
                      <a:noFill/>
                    </a:lnR>
                    <a:lnT>
                      <a:noFill/>
                    </a:lnT>
                    <a:lnB>
                      <a:noFill/>
                    </a:lnB>
                    <a:noFill/>
                  </a:tcPr>
                </a:tc>
                <a:tc>
                  <a:txBody>
                    <a:bodyPr/>
                    <a:lstStyle/>
                    <a:p>
                      <a:pPr algn="l"/>
                      <a:r>
                        <a:rPr sz="1500" b="0" i="0" u="none">
                          <a:solidFill>
                            <a:srgbClr val="334155"/>
                          </a:solidFill>
                          <a:latin typeface="Times New Roman" panose="02020603050405020304" pitchFamily="18" charset="0"/>
                          <a:cs typeface="Times New Roman" panose="02020603050405020304" pitchFamily="18" charset="0"/>
                        </a:rPr>
                        <a:t>Tốc độ tải trang nhanh, phản hồi yêu cầu người dùng tức thì.</a:t>
                      </a:r>
                    </a:p>
                  </a:txBody>
                  <a:tcPr marL="63500" marR="63500" marT="25400" marB="25400" anchor="ctr">
                    <a:lnL>
                      <a:noFill/>
                    </a:lnL>
                    <a:lnR>
                      <a:noFill/>
                    </a:lnR>
                    <a:lnT>
                      <a:noFill/>
                    </a:lnT>
                    <a:lnB>
                      <a:noFill/>
                    </a:lnB>
                    <a:noFill/>
                  </a:tcPr>
                </a:tc>
                <a:extLst>
                  <a:ext uri="{0D108BD9-81ED-4DB2-BD59-A6C34878D82A}">
                    <a16:rowId xmlns:a16="http://schemas.microsoft.com/office/drawing/2014/main" val="10003"/>
                  </a:ext>
                </a:extLst>
              </a:tr>
              <a:tr h="693420">
                <a:tc>
                  <a:txBody>
                    <a:bodyPr/>
                    <a:lstStyle/>
                    <a:p>
                      <a:pPr algn="l"/>
                      <a:r>
                        <a:rPr sz="1500" b="1" i="0" u="none">
                          <a:solidFill>
                            <a:srgbClr val="334155"/>
                          </a:solidFill>
                          <a:latin typeface="Times New Roman" panose="02020603050405020304" pitchFamily="18" charset="0"/>
                          <a:cs typeface="Times New Roman" panose="02020603050405020304" pitchFamily="18" charset="0"/>
                        </a:rPr>
                        <a:t>Tương thích</a:t>
                      </a:r>
                    </a:p>
                  </a:txBody>
                  <a:tcPr marL="63500" marR="63500" marT="25400" marB="25400" anchor="ctr">
                    <a:lnL>
                      <a:noFill/>
                    </a:lnL>
                    <a:lnR>
                      <a:noFill/>
                    </a:lnR>
                    <a:lnT>
                      <a:noFill/>
                    </a:lnT>
                    <a:lnB>
                      <a:noFill/>
                    </a:lnB>
                    <a:noFill/>
                  </a:tcPr>
                </a:tc>
                <a:tc>
                  <a:txBody>
                    <a:bodyPr/>
                    <a:lstStyle/>
                    <a:p>
                      <a:pPr algn="l"/>
                      <a:r>
                        <a:rPr sz="1500" b="0" i="0" u="none">
                          <a:solidFill>
                            <a:srgbClr val="334155"/>
                          </a:solidFill>
                          <a:latin typeface="Times New Roman" panose="02020603050405020304" pitchFamily="18" charset="0"/>
                          <a:cs typeface="Times New Roman" panose="02020603050405020304" pitchFamily="18" charset="0"/>
                        </a:rPr>
                        <a:t>Hiển thị và hoạt động tốt trên mọi loại trình duyệt web (Responsive).</a:t>
                      </a:r>
                    </a:p>
                  </a:txBody>
                  <a:tcPr marL="63500" marR="63500" marT="25400" marB="25400" anchor="ctr">
                    <a:lnL>
                      <a:noFill/>
                    </a:lnL>
                    <a:lnR>
                      <a:noFill/>
                    </a:lnR>
                    <a:lnT>
                      <a:noFill/>
                    </a:lnT>
                    <a:lnB>
                      <a:noFill/>
                    </a:lnB>
                    <a:noFill/>
                  </a:tcPr>
                </a:tc>
                <a:extLst>
                  <a:ext uri="{0D108BD9-81ED-4DB2-BD59-A6C34878D82A}">
                    <a16:rowId xmlns:a16="http://schemas.microsoft.com/office/drawing/2014/main" val="10004"/>
                  </a:ext>
                </a:extLst>
              </a:tr>
            </a:tbl>
          </a:graphicData>
        </a:graphic>
      </p:graphicFrame>
      <p:sp>
        <p:nvSpPr>
          <p:cNvPr id="5" name="Rectangle 4"/>
          <p:cNvSpPr/>
          <p:nvPr/>
        </p:nvSpPr>
        <p:spPr>
          <a:xfrm>
            <a:off x="762000" y="2847975"/>
            <a:ext cx="2028973"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790973" y="2847975"/>
            <a:ext cx="8639026"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62000" y="3543300"/>
            <a:ext cx="2028973"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790973" y="3543300"/>
            <a:ext cx="8639026"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762000" y="4238625"/>
            <a:ext cx="2028973"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790973" y="4238625"/>
            <a:ext cx="8639026"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762000" y="4933950"/>
            <a:ext cx="2028973"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2790973" y="4933950"/>
            <a:ext cx="8639026"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62000" y="1124431"/>
            <a:ext cx="4800600" cy="561975"/>
          </a:xfrm>
          <a:prstGeom prst="rect">
            <a:avLst/>
          </a:prstGeom>
          <a:noFill/>
        </p:spPr>
        <p:txBody>
          <a:bodyPr wrap="square" lIns="0" tIns="0" rIns="0" bIns="0" anchor="t">
            <a:spAutoFit/>
          </a:bodyPr>
          <a:lstStyle/>
          <a:p>
            <a:pPr algn="l"/>
            <a:r>
              <a:rPr sz="3600" b="1" i="0" u="none">
                <a:solidFill>
                  <a:srgbClr val="1E3A8A"/>
                </a:solidFill>
                <a:latin typeface="Inter SemiBold"/>
              </a:rPr>
              <a:t>Sơ Đồ Use Case</a:t>
            </a:r>
          </a:p>
        </p:txBody>
      </p:sp>
      <p:pic>
        <p:nvPicPr>
          <p:cNvPr id="3" name="Picture 2"/>
          <p:cNvPicPr>
            <a:picLocks noChangeAspect="1"/>
          </p:cNvPicPr>
          <p:nvPr/>
        </p:nvPicPr>
        <p:blipFill>
          <a:blip r:embed="rId2"/>
          <a:srcRect/>
          <a:stretch/>
        </p:blipFill>
        <p:spPr>
          <a:xfrm>
            <a:off x="5276409" y="1341954"/>
            <a:ext cx="6738610" cy="3514604"/>
          </a:xfrm>
          <a:prstGeom prst="rect">
            <a:avLst/>
          </a:prstGeom>
        </p:spPr>
      </p:pic>
      <p:sp>
        <p:nvSpPr>
          <p:cNvPr id="4" name="TextBox 3"/>
          <p:cNvSpPr txBox="1"/>
          <p:nvPr/>
        </p:nvSpPr>
        <p:spPr>
          <a:xfrm>
            <a:off x="1543050" y="2563415"/>
            <a:ext cx="3705927" cy="502920"/>
          </a:xfrm>
          <a:prstGeom prst="rect">
            <a:avLst/>
          </a:prstGeom>
          <a:noFill/>
        </p:spPr>
        <p:txBody>
          <a:bodyPr wrap="square" lIns="0" tIns="0" rIns="0" bIns="0" anchor="ctr">
            <a:normAutofit/>
          </a:bodyPr>
          <a:lstStyle/>
          <a:p>
            <a:pPr algn="l">
              <a:lnSpc>
                <a:spcPts val="2640"/>
              </a:lnSpc>
            </a:pPr>
            <a:r>
              <a:rPr sz="1650" b="0" i="0" u="none">
                <a:solidFill>
                  <a:srgbClr val="334155"/>
                </a:solidFill>
                <a:latin typeface="Times New Roman" panose="02020603050405020304" pitchFamily="18" charset="0"/>
                <a:cs typeface="Times New Roman" panose="02020603050405020304" pitchFamily="18" charset="0"/>
              </a:rPr>
              <a:t>Mô tả tổng quan tương tác hệ thống.</a:t>
            </a:r>
          </a:p>
        </p:txBody>
      </p:sp>
      <p:sp>
        <p:nvSpPr>
          <p:cNvPr id="5" name="TextBox 4"/>
          <p:cNvSpPr txBox="1"/>
          <p:nvPr/>
        </p:nvSpPr>
        <p:spPr>
          <a:xfrm>
            <a:off x="1571625" y="3248764"/>
            <a:ext cx="3762375" cy="633122"/>
          </a:xfrm>
          <a:prstGeom prst="rect">
            <a:avLst/>
          </a:prstGeom>
          <a:noFill/>
        </p:spPr>
        <p:txBody>
          <a:bodyPr wrap="square" lIns="0" tIns="0" rIns="0" bIns="0" anchor="ctr">
            <a:spAutoFit/>
          </a:bodyPr>
          <a:lstStyle/>
          <a:p>
            <a:pPr algn="l">
              <a:lnSpc>
                <a:spcPts val="2640"/>
              </a:lnSpc>
            </a:pPr>
            <a:r>
              <a:rPr sz="1650" b="0" i="0" u="none">
                <a:solidFill>
                  <a:srgbClr val="334155"/>
                </a:solidFill>
                <a:latin typeface="Times New Roman" panose="02020603050405020304" pitchFamily="18" charset="0"/>
                <a:cs typeface="Times New Roman" panose="02020603050405020304" pitchFamily="18" charset="0"/>
              </a:rPr>
              <a:t>Xác định rõ 2 tác nhân chính: </a:t>
            </a:r>
            <a:r>
              <a:rPr sz="1650" b="1" i="0" u="none">
                <a:solidFill>
                  <a:srgbClr val="334155"/>
                </a:solidFill>
                <a:latin typeface="Times New Roman" panose="02020603050405020304" pitchFamily="18" charset="0"/>
                <a:cs typeface="Times New Roman" panose="02020603050405020304" pitchFamily="18" charset="0"/>
              </a:rPr>
              <a:t>Khách hàng</a:t>
            </a:r>
            <a:r>
              <a:rPr sz="1650" b="0" i="0" u="none">
                <a:solidFill>
                  <a:srgbClr val="334155"/>
                </a:solidFill>
                <a:latin typeface="Times New Roman" panose="02020603050405020304" pitchFamily="18" charset="0"/>
                <a:cs typeface="Times New Roman" panose="02020603050405020304" pitchFamily="18" charset="0"/>
              </a:rPr>
              <a:t> &amp; </a:t>
            </a:r>
            <a:r>
              <a:rPr sz="1650" b="1" i="0" u="none">
                <a:solidFill>
                  <a:srgbClr val="334155"/>
                </a:solidFill>
                <a:latin typeface="Times New Roman" panose="02020603050405020304" pitchFamily="18" charset="0"/>
                <a:cs typeface="Times New Roman" panose="02020603050405020304" pitchFamily="18" charset="0"/>
              </a:rPr>
              <a:t>Admin</a:t>
            </a:r>
            <a:r>
              <a:rPr sz="1650" b="0" i="0" u="none">
                <a:solidFill>
                  <a:srgbClr val="334155"/>
                </a:solidFill>
                <a:latin typeface="Times New Roman" panose="02020603050405020304" pitchFamily="18" charset="0"/>
                <a:cs typeface="Times New Roman" panose="02020603050405020304" pitchFamily="18" charset="0"/>
              </a:rPr>
              <a:t>.</a:t>
            </a:r>
          </a:p>
        </p:txBody>
      </p:sp>
      <p:sp>
        <p:nvSpPr>
          <p:cNvPr id="6" name="TextBox 5"/>
          <p:cNvSpPr txBox="1"/>
          <p:nvPr/>
        </p:nvSpPr>
        <p:spPr>
          <a:xfrm>
            <a:off x="1504950" y="4204836"/>
            <a:ext cx="3829050" cy="633122"/>
          </a:xfrm>
          <a:prstGeom prst="rect">
            <a:avLst/>
          </a:prstGeom>
          <a:noFill/>
        </p:spPr>
        <p:txBody>
          <a:bodyPr wrap="square" lIns="0" tIns="0" rIns="0" bIns="0" anchor="ctr">
            <a:spAutoFit/>
          </a:bodyPr>
          <a:lstStyle/>
          <a:p>
            <a:pPr algn="l">
              <a:lnSpc>
                <a:spcPts val="2640"/>
              </a:lnSpc>
            </a:pPr>
            <a:r>
              <a:rPr sz="1650" b="0" i="0" u="none">
                <a:solidFill>
                  <a:srgbClr val="334155"/>
                </a:solidFill>
                <a:latin typeface="Times New Roman" panose="02020603050405020304" pitchFamily="18" charset="0"/>
                <a:cs typeface="Times New Roman" panose="02020603050405020304" pitchFamily="18" charset="0"/>
              </a:rPr>
              <a:t>Phân chia ranh giới quyền hạn và chức năng cụ thể.</a:t>
            </a:r>
          </a:p>
        </p:txBody>
      </p:sp>
      <p:pic>
        <p:nvPicPr>
          <p:cNvPr id="7" name="Picture 6" descr="image.png"/>
          <p:cNvPicPr>
            <a:picLocks noChangeAspect="1"/>
          </p:cNvPicPr>
          <p:nvPr/>
        </p:nvPicPr>
        <p:blipFill>
          <a:blip r:embed="rId3"/>
          <a:stretch>
            <a:fillRect/>
          </a:stretch>
        </p:blipFill>
        <p:spPr>
          <a:xfrm>
            <a:off x="762000" y="2615803"/>
            <a:ext cx="304800" cy="276225"/>
          </a:xfrm>
          <a:prstGeom prst="rect">
            <a:avLst/>
          </a:prstGeom>
        </p:spPr>
      </p:pic>
      <p:pic>
        <p:nvPicPr>
          <p:cNvPr id="8" name="Picture 7" descr="image.png"/>
          <p:cNvPicPr>
            <a:picLocks noChangeAspect="1"/>
          </p:cNvPicPr>
          <p:nvPr/>
        </p:nvPicPr>
        <p:blipFill>
          <a:blip r:embed="rId4"/>
          <a:stretch>
            <a:fillRect/>
          </a:stretch>
        </p:blipFill>
        <p:spPr>
          <a:xfrm>
            <a:off x="762000" y="3427214"/>
            <a:ext cx="333375" cy="276225"/>
          </a:xfrm>
          <a:prstGeom prst="rect">
            <a:avLst/>
          </a:prstGeom>
        </p:spPr>
      </p:pic>
      <p:pic>
        <p:nvPicPr>
          <p:cNvPr id="9" name="Picture 8" descr="image.png"/>
          <p:cNvPicPr>
            <a:picLocks noChangeAspect="1"/>
          </p:cNvPicPr>
          <p:nvPr/>
        </p:nvPicPr>
        <p:blipFill>
          <a:blip r:embed="rId5"/>
          <a:stretch>
            <a:fillRect/>
          </a:stretch>
        </p:blipFill>
        <p:spPr>
          <a:xfrm>
            <a:off x="762000" y="4383285"/>
            <a:ext cx="266700" cy="27622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6381750" y="1757362"/>
            <a:ext cx="5048250" cy="4286250"/>
          </a:xfrm>
          <a:prstGeom prst="rect">
            <a:avLst/>
          </a:prstGeom>
        </p:spPr>
      </p:pic>
      <p:sp>
        <p:nvSpPr>
          <p:cNvPr id="3" name="TextBox 2"/>
          <p:cNvSpPr txBox="1"/>
          <p:nvPr/>
        </p:nvSpPr>
        <p:spPr>
          <a:xfrm>
            <a:off x="762000" y="571500"/>
            <a:ext cx="11201400" cy="561975"/>
          </a:xfrm>
          <a:prstGeom prst="rect">
            <a:avLst/>
          </a:prstGeom>
          <a:noFill/>
        </p:spPr>
        <p:txBody>
          <a:bodyPr wrap="square" lIns="0" tIns="0" rIns="0" bIns="0" anchor="t">
            <a:spAutoFit/>
          </a:bodyPr>
          <a:lstStyle/>
          <a:p>
            <a:pPr algn="l"/>
            <a:r>
              <a:rPr sz="3600" b="1" i="0" u="none">
                <a:solidFill>
                  <a:srgbClr val="1E3A8A"/>
                </a:solidFill>
                <a:latin typeface="Inter SemiBold"/>
              </a:rPr>
              <a:t>Mô Hình Quan Hệ Dữ Liệu</a:t>
            </a:r>
          </a:p>
        </p:txBody>
      </p:sp>
      <p:sp>
        <p:nvSpPr>
          <p:cNvPr id="4" name="TextBox 3"/>
          <p:cNvSpPr txBox="1"/>
          <p:nvPr/>
        </p:nvSpPr>
        <p:spPr>
          <a:xfrm>
            <a:off x="762000" y="2022276"/>
            <a:ext cx="5048250" cy="583686"/>
          </a:xfrm>
          <a:prstGeom prst="rect">
            <a:avLst/>
          </a:prstGeom>
          <a:noFill/>
        </p:spPr>
        <p:txBody>
          <a:bodyPr wrap="square" lIns="0" tIns="0" rIns="0" bIns="0" anchor="t">
            <a:spAutoFit/>
          </a:bodyPr>
          <a:lstStyle/>
          <a:p>
            <a:pPr algn="l">
              <a:lnSpc>
                <a:spcPts val="2400"/>
              </a:lnSpc>
            </a:pPr>
            <a:r>
              <a:rPr sz="1500" b="0" i="0" u="none">
                <a:solidFill>
                  <a:srgbClr val="334155"/>
                </a:solidFill>
                <a:latin typeface="Times New Roman" panose="02020603050405020304" pitchFamily="18" charset="0"/>
                <a:cs typeface="Times New Roman" panose="02020603050405020304" pitchFamily="18" charset="0"/>
              </a:rPr>
              <a:t>Hệ thống cơ sở dữ liệu được thiết kế tối ưu trên </a:t>
            </a:r>
            <a:r>
              <a:rPr sz="1500" b="1" i="0" u="none">
                <a:solidFill>
                  <a:srgbClr val="334155"/>
                </a:solidFill>
                <a:latin typeface="Times New Roman" panose="02020603050405020304" pitchFamily="18" charset="0"/>
                <a:cs typeface="Times New Roman" panose="02020603050405020304" pitchFamily="18" charset="0"/>
              </a:rPr>
              <a:t>SQL Server</a:t>
            </a:r>
            <a:r>
              <a:rPr sz="1500" b="0" i="0" u="none">
                <a:solidFill>
                  <a:srgbClr val="334155"/>
                </a:solidFill>
                <a:latin typeface="Times New Roman" panose="02020603050405020304" pitchFamily="18" charset="0"/>
                <a:cs typeface="Times New Roman" panose="02020603050405020304" pitchFamily="18" charset="0"/>
              </a:rPr>
              <a:t>, bao gồm các nhóm bảng chính:</a:t>
            </a:r>
          </a:p>
        </p:txBody>
      </p:sp>
      <p:pic>
        <p:nvPicPr>
          <p:cNvPr id="5" name="Picture 4"/>
          <p:cNvPicPr>
            <a:picLocks noChangeAspect="1"/>
          </p:cNvPicPr>
          <p:nvPr/>
        </p:nvPicPr>
        <p:blipFill>
          <a:blip r:embed="rId3"/>
          <a:srcRect/>
          <a:stretch/>
        </p:blipFill>
        <p:spPr>
          <a:xfrm>
            <a:off x="5879691" y="1781341"/>
            <a:ext cx="6179006" cy="3295318"/>
          </a:xfrm>
          <a:prstGeom prst="rect">
            <a:avLst/>
          </a:prstGeom>
        </p:spPr>
      </p:pic>
      <p:sp>
        <p:nvSpPr>
          <p:cNvPr id="6" name="TextBox 5"/>
          <p:cNvSpPr txBox="1"/>
          <p:nvPr/>
        </p:nvSpPr>
        <p:spPr>
          <a:xfrm>
            <a:off x="1476375" y="2863027"/>
            <a:ext cx="4333875" cy="299697"/>
          </a:xfrm>
          <a:prstGeom prst="rect">
            <a:avLst/>
          </a:prstGeom>
          <a:noFill/>
        </p:spPr>
        <p:txBody>
          <a:bodyPr wrap="square" lIns="0" tIns="0" rIns="0" bIns="0" anchor="ctr">
            <a:spAutoFit/>
          </a:bodyPr>
          <a:lstStyle/>
          <a:p>
            <a:pPr algn="l">
              <a:lnSpc>
                <a:spcPts val="2640"/>
              </a:lnSpc>
            </a:pPr>
            <a:r>
              <a:rPr sz="1650" b="1" i="0" u="none">
                <a:solidFill>
                  <a:srgbClr val="334155"/>
                </a:solidFill>
                <a:latin typeface="Times New Roman" panose="02020603050405020304" pitchFamily="18" charset="0"/>
                <a:cs typeface="Times New Roman" panose="02020603050405020304" pitchFamily="18" charset="0"/>
              </a:rPr>
              <a:t>Người dùng:</a:t>
            </a:r>
            <a:r>
              <a:rPr sz="1650" b="0" i="0" u="none">
                <a:solidFill>
                  <a:srgbClr val="334155"/>
                </a:solidFill>
                <a:latin typeface="Times New Roman" panose="02020603050405020304" pitchFamily="18" charset="0"/>
                <a:cs typeface="Times New Roman" panose="02020603050405020304" pitchFamily="18" charset="0"/>
              </a:rPr>
              <a:t> AspNetUsers, AspNetRoles...</a:t>
            </a:r>
          </a:p>
        </p:txBody>
      </p:sp>
      <p:sp>
        <p:nvSpPr>
          <p:cNvPr id="7" name="TextBox 6"/>
          <p:cNvSpPr txBox="1"/>
          <p:nvPr/>
        </p:nvSpPr>
        <p:spPr>
          <a:xfrm>
            <a:off x="1476375" y="3674438"/>
            <a:ext cx="4333875" cy="299697"/>
          </a:xfrm>
          <a:prstGeom prst="rect">
            <a:avLst/>
          </a:prstGeom>
          <a:noFill/>
        </p:spPr>
        <p:txBody>
          <a:bodyPr wrap="square" lIns="0" tIns="0" rIns="0" bIns="0" anchor="ctr">
            <a:spAutoFit/>
          </a:bodyPr>
          <a:lstStyle/>
          <a:p>
            <a:pPr algn="l">
              <a:lnSpc>
                <a:spcPts val="2640"/>
              </a:lnSpc>
            </a:pPr>
            <a:r>
              <a:rPr sz="1650" b="1" i="0" u="none">
                <a:solidFill>
                  <a:srgbClr val="334155"/>
                </a:solidFill>
                <a:latin typeface="Times New Roman" panose="02020603050405020304" pitchFamily="18" charset="0"/>
                <a:cs typeface="Times New Roman" panose="02020603050405020304" pitchFamily="18" charset="0"/>
              </a:rPr>
              <a:t>Sản phẩm:</a:t>
            </a:r>
            <a:r>
              <a:rPr sz="1650" b="0" i="0" u="none">
                <a:solidFill>
                  <a:srgbClr val="334155"/>
                </a:solidFill>
                <a:latin typeface="Times New Roman" panose="02020603050405020304" pitchFamily="18" charset="0"/>
                <a:cs typeface="Times New Roman" panose="02020603050405020304" pitchFamily="18" charset="0"/>
              </a:rPr>
              <a:t> Laptop, Hang, NhuCau, MetaLaptop.</a:t>
            </a:r>
          </a:p>
        </p:txBody>
      </p:sp>
      <p:sp>
        <p:nvSpPr>
          <p:cNvPr id="8" name="TextBox 7"/>
          <p:cNvSpPr txBox="1"/>
          <p:nvPr/>
        </p:nvSpPr>
        <p:spPr>
          <a:xfrm>
            <a:off x="1476375" y="4485849"/>
            <a:ext cx="4333875" cy="299697"/>
          </a:xfrm>
          <a:prstGeom prst="rect">
            <a:avLst/>
          </a:prstGeom>
          <a:noFill/>
        </p:spPr>
        <p:txBody>
          <a:bodyPr wrap="square" lIns="0" tIns="0" rIns="0" bIns="0" anchor="ctr">
            <a:spAutoFit/>
          </a:bodyPr>
          <a:lstStyle/>
          <a:p>
            <a:pPr algn="l">
              <a:lnSpc>
                <a:spcPts val="2640"/>
              </a:lnSpc>
            </a:pPr>
            <a:r>
              <a:rPr sz="1650" b="1" i="0" u="none">
                <a:solidFill>
                  <a:srgbClr val="334155"/>
                </a:solidFill>
                <a:latin typeface="Times New Roman" panose="02020603050405020304" pitchFamily="18" charset="0"/>
                <a:cs typeface="Times New Roman" panose="02020603050405020304" pitchFamily="18" charset="0"/>
              </a:rPr>
              <a:t>Giao dịch:</a:t>
            </a:r>
            <a:r>
              <a:rPr sz="1650" b="0" i="0" u="none">
                <a:solidFill>
                  <a:srgbClr val="334155"/>
                </a:solidFill>
                <a:latin typeface="Times New Roman" panose="02020603050405020304" pitchFamily="18" charset="0"/>
                <a:cs typeface="Times New Roman" panose="02020603050405020304" pitchFamily="18" charset="0"/>
              </a:rPr>
              <a:t> Đơn hàng, Chi tiết đơn hàng.</a:t>
            </a:r>
          </a:p>
        </p:txBody>
      </p:sp>
      <p:sp>
        <p:nvSpPr>
          <p:cNvPr id="9" name="TextBox 8"/>
          <p:cNvSpPr txBox="1"/>
          <p:nvPr/>
        </p:nvSpPr>
        <p:spPr>
          <a:xfrm>
            <a:off x="1476375" y="5152599"/>
            <a:ext cx="4333875" cy="299697"/>
          </a:xfrm>
          <a:prstGeom prst="rect">
            <a:avLst/>
          </a:prstGeom>
          <a:noFill/>
        </p:spPr>
        <p:txBody>
          <a:bodyPr wrap="square" lIns="0" tIns="0" rIns="0" bIns="0" anchor="ctr">
            <a:spAutoFit/>
          </a:bodyPr>
          <a:lstStyle/>
          <a:p>
            <a:pPr algn="l">
              <a:lnSpc>
                <a:spcPts val="2640"/>
              </a:lnSpc>
            </a:pPr>
            <a:r>
              <a:rPr sz="1650" b="1" i="0" u="none">
                <a:solidFill>
                  <a:srgbClr val="334155"/>
                </a:solidFill>
                <a:latin typeface="Times New Roman" panose="02020603050405020304" pitchFamily="18" charset="0"/>
                <a:cs typeface="Times New Roman" panose="02020603050405020304" pitchFamily="18" charset="0"/>
              </a:rPr>
              <a:t>Nội dung:</a:t>
            </a:r>
            <a:r>
              <a:rPr sz="1650" b="0" i="0" u="none">
                <a:solidFill>
                  <a:srgbClr val="334155"/>
                </a:solidFill>
                <a:latin typeface="Times New Roman" panose="02020603050405020304" pitchFamily="18" charset="0"/>
                <a:cs typeface="Times New Roman" panose="02020603050405020304" pitchFamily="18" charset="0"/>
              </a:rPr>
              <a:t> TinTuc, ChuDe, BinhLuan.</a:t>
            </a:r>
          </a:p>
        </p:txBody>
      </p:sp>
      <p:pic>
        <p:nvPicPr>
          <p:cNvPr id="10" name="Picture 9" descr="image.png"/>
          <p:cNvPicPr>
            <a:picLocks noChangeAspect="1"/>
          </p:cNvPicPr>
          <p:nvPr/>
        </p:nvPicPr>
        <p:blipFill>
          <a:blip r:embed="rId4"/>
          <a:stretch>
            <a:fillRect/>
          </a:stretch>
        </p:blipFill>
        <p:spPr>
          <a:xfrm>
            <a:off x="762000" y="2874764"/>
            <a:ext cx="238125" cy="276225"/>
          </a:xfrm>
          <a:prstGeom prst="rect">
            <a:avLst/>
          </a:prstGeom>
        </p:spPr>
      </p:pic>
      <p:pic>
        <p:nvPicPr>
          <p:cNvPr id="11" name="Picture 10" descr="image.png"/>
          <p:cNvPicPr>
            <a:picLocks noChangeAspect="1"/>
          </p:cNvPicPr>
          <p:nvPr/>
        </p:nvPicPr>
        <p:blipFill>
          <a:blip r:embed="rId4"/>
          <a:stretch>
            <a:fillRect/>
          </a:stretch>
        </p:blipFill>
        <p:spPr>
          <a:xfrm>
            <a:off x="762000" y="3686175"/>
            <a:ext cx="238125" cy="276225"/>
          </a:xfrm>
          <a:prstGeom prst="rect">
            <a:avLst/>
          </a:prstGeom>
        </p:spPr>
      </p:pic>
      <p:pic>
        <p:nvPicPr>
          <p:cNvPr id="12" name="Picture 11" descr="image.png"/>
          <p:cNvPicPr>
            <a:picLocks noChangeAspect="1"/>
          </p:cNvPicPr>
          <p:nvPr/>
        </p:nvPicPr>
        <p:blipFill>
          <a:blip r:embed="rId4"/>
          <a:stretch>
            <a:fillRect/>
          </a:stretch>
        </p:blipFill>
        <p:spPr>
          <a:xfrm>
            <a:off x="762000" y="4497585"/>
            <a:ext cx="238125" cy="276225"/>
          </a:xfrm>
          <a:prstGeom prst="rect">
            <a:avLst/>
          </a:prstGeom>
        </p:spPr>
      </p:pic>
      <p:pic>
        <p:nvPicPr>
          <p:cNvPr id="13" name="Picture 12" descr="image.png"/>
          <p:cNvPicPr>
            <a:picLocks noChangeAspect="1"/>
          </p:cNvPicPr>
          <p:nvPr/>
        </p:nvPicPr>
        <p:blipFill>
          <a:blip r:embed="rId4"/>
          <a:stretch>
            <a:fillRect/>
          </a:stretch>
        </p:blipFill>
        <p:spPr>
          <a:xfrm>
            <a:off x="762000" y="5164335"/>
            <a:ext cx="238125" cy="27622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6381750" y="1757362"/>
            <a:ext cx="5048250" cy="4286250"/>
          </a:xfrm>
          <a:prstGeom prst="rect">
            <a:avLst/>
          </a:prstGeom>
        </p:spPr>
      </p:pic>
      <p:sp>
        <p:nvSpPr>
          <p:cNvPr id="3" name="TextBox 2"/>
          <p:cNvSpPr txBox="1"/>
          <p:nvPr/>
        </p:nvSpPr>
        <p:spPr>
          <a:xfrm>
            <a:off x="762000" y="571500"/>
            <a:ext cx="11201400" cy="561975"/>
          </a:xfrm>
          <a:prstGeom prst="rect">
            <a:avLst/>
          </a:prstGeom>
          <a:noFill/>
        </p:spPr>
        <p:txBody>
          <a:bodyPr wrap="square" lIns="0" tIns="0" rIns="0" bIns="0" anchor="t">
            <a:spAutoFit/>
          </a:bodyPr>
          <a:lstStyle/>
          <a:p>
            <a:pPr algn="l"/>
            <a:r>
              <a:rPr sz="3600" b="1" i="0" u="none">
                <a:solidFill>
                  <a:srgbClr val="1E3A8A"/>
                </a:solidFill>
                <a:latin typeface="Inter SemiBold"/>
              </a:rPr>
              <a:t>Giao Diện: Trang Chủ</a:t>
            </a:r>
          </a:p>
        </p:txBody>
      </p:sp>
      <p:pic>
        <p:nvPicPr>
          <p:cNvPr id="4" name="Picture 3"/>
          <p:cNvPicPr>
            <a:picLocks noChangeAspect="1"/>
          </p:cNvPicPr>
          <p:nvPr/>
        </p:nvPicPr>
        <p:blipFill>
          <a:blip r:embed="rId3"/>
          <a:srcRect/>
          <a:stretch/>
        </p:blipFill>
        <p:spPr>
          <a:xfrm>
            <a:off x="5431964" y="1858298"/>
            <a:ext cx="6557910" cy="3238560"/>
          </a:xfrm>
          <a:prstGeom prst="rect">
            <a:avLst/>
          </a:prstGeom>
        </p:spPr>
      </p:pic>
      <p:sp>
        <p:nvSpPr>
          <p:cNvPr id="5" name="TextBox 4"/>
          <p:cNvSpPr txBox="1"/>
          <p:nvPr/>
        </p:nvSpPr>
        <p:spPr>
          <a:xfrm>
            <a:off x="1513554" y="2607638"/>
            <a:ext cx="4267200" cy="299697"/>
          </a:xfrm>
          <a:prstGeom prst="rect">
            <a:avLst/>
          </a:prstGeom>
          <a:noFill/>
        </p:spPr>
        <p:txBody>
          <a:bodyPr wrap="square" lIns="0" tIns="0" rIns="0" bIns="0" anchor="ctr">
            <a:spAutoFit/>
          </a:bodyPr>
          <a:lstStyle/>
          <a:p>
            <a:pPr algn="l">
              <a:lnSpc>
                <a:spcPts val="2640"/>
              </a:lnSpc>
            </a:pPr>
            <a:r>
              <a:rPr sz="1650" b="0" i="0" u="none">
                <a:solidFill>
                  <a:srgbClr val="334155"/>
                </a:solidFill>
                <a:latin typeface="Times New Roman" panose="02020603050405020304" pitchFamily="18" charset="0"/>
                <a:cs typeface="Times New Roman" panose="02020603050405020304" pitchFamily="18" charset="0"/>
              </a:rPr>
              <a:t>Nơi bắt đầu hành trình trải nghiệm.</a:t>
            </a:r>
          </a:p>
        </p:txBody>
      </p:sp>
      <p:sp>
        <p:nvSpPr>
          <p:cNvPr id="6" name="TextBox 5"/>
          <p:cNvSpPr txBox="1"/>
          <p:nvPr/>
        </p:nvSpPr>
        <p:spPr>
          <a:xfrm>
            <a:off x="1503722" y="3274388"/>
            <a:ext cx="4267200" cy="299697"/>
          </a:xfrm>
          <a:prstGeom prst="rect">
            <a:avLst/>
          </a:prstGeom>
          <a:noFill/>
        </p:spPr>
        <p:txBody>
          <a:bodyPr wrap="square" lIns="0" tIns="0" rIns="0" bIns="0" anchor="ctr">
            <a:spAutoFit/>
          </a:bodyPr>
          <a:lstStyle/>
          <a:p>
            <a:pPr algn="l">
              <a:lnSpc>
                <a:spcPts val="2640"/>
              </a:lnSpc>
            </a:pPr>
            <a:r>
              <a:rPr sz="1650" b="0" i="0" u="none">
                <a:solidFill>
                  <a:srgbClr val="334155"/>
                </a:solidFill>
                <a:latin typeface="Times New Roman" panose="02020603050405020304" pitchFamily="18" charset="0"/>
                <a:cs typeface="Times New Roman" panose="02020603050405020304" pitchFamily="18" charset="0"/>
              </a:rPr>
              <a:t>Thiết kế bắt mắt, tối ưu hiển thị.</a:t>
            </a:r>
          </a:p>
        </p:txBody>
      </p:sp>
      <p:sp>
        <p:nvSpPr>
          <p:cNvPr id="7" name="TextBox 6"/>
          <p:cNvSpPr txBox="1"/>
          <p:nvPr/>
        </p:nvSpPr>
        <p:spPr>
          <a:xfrm>
            <a:off x="1504950" y="3941138"/>
            <a:ext cx="4305300" cy="299697"/>
          </a:xfrm>
          <a:prstGeom prst="rect">
            <a:avLst/>
          </a:prstGeom>
          <a:noFill/>
        </p:spPr>
        <p:txBody>
          <a:bodyPr wrap="square" lIns="0" tIns="0" rIns="0" bIns="0" anchor="ctr">
            <a:spAutoFit/>
          </a:bodyPr>
          <a:lstStyle/>
          <a:p>
            <a:pPr algn="l">
              <a:lnSpc>
                <a:spcPts val="2640"/>
              </a:lnSpc>
            </a:pPr>
            <a:r>
              <a:rPr sz="1650" b="0" i="0" u="none">
                <a:solidFill>
                  <a:srgbClr val="334155"/>
                </a:solidFill>
                <a:latin typeface="Times New Roman" panose="02020603050405020304" pitchFamily="18" charset="0"/>
                <a:cs typeface="Times New Roman" panose="02020603050405020304" pitchFamily="18" charset="0"/>
              </a:rPr>
              <a:t>Trực quan hóa banner khuyến mãi.</a:t>
            </a:r>
          </a:p>
        </p:txBody>
      </p:sp>
      <p:sp>
        <p:nvSpPr>
          <p:cNvPr id="8" name="TextBox 7"/>
          <p:cNvSpPr txBox="1"/>
          <p:nvPr/>
        </p:nvSpPr>
        <p:spPr>
          <a:xfrm>
            <a:off x="1476375" y="4567237"/>
            <a:ext cx="3928157" cy="502920"/>
          </a:xfrm>
          <a:prstGeom prst="rect">
            <a:avLst/>
          </a:prstGeom>
          <a:noFill/>
        </p:spPr>
        <p:txBody>
          <a:bodyPr wrap="square" lIns="0" tIns="0" rIns="0" bIns="0" anchor="ctr">
            <a:normAutofit fontScale="92500"/>
          </a:bodyPr>
          <a:lstStyle/>
          <a:p>
            <a:pPr algn="l">
              <a:lnSpc>
                <a:spcPts val="2640"/>
              </a:lnSpc>
            </a:pPr>
            <a:r>
              <a:rPr sz="1650" b="0" i="0" u="none">
                <a:solidFill>
                  <a:srgbClr val="334155"/>
                </a:solidFill>
                <a:latin typeface="Times New Roman" panose="02020603050405020304" pitchFamily="18" charset="0"/>
                <a:cs typeface="Times New Roman" panose="02020603050405020304" pitchFamily="18" charset="0"/>
              </a:rPr>
              <a:t>Hiển thị danh mục sản phẩm nổi bật/xu hướng.</a:t>
            </a:r>
          </a:p>
        </p:txBody>
      </p:sp>
      <p:pic>
        <p:nvPicPr>
          <p:cNvPr id="9" name="Picture 8" descr="image.png"/>
          <p:cNvPicPr>
            <a:picLocks noChangeAspect="1"/>
          </p:cNvPicPr>
          <p:nvPr/>
        </p:nvPicPr>
        <p:blipFill>
          <a:blip r:embed="rId4"/>
          <a:stretch>
            <a:fillRect/>
          </a:stretch>
        </p:blipFill>
        <p:spPr>
          <a:xfrm>
            <a:off x="762000" y="2619375"/>
            <a:ext cx="304800" cy="276225"/>
          </a:xfrm>
          <a:prstGeom prst="rect">
            <a:avLst/>
          </a:prstGeom>
        </p:spPr>
      </p:pic>
      <p:pic>
        <p:nvPicPr>
          <p:cNvPr id="10" name="Picture 9" descr="image.png"/>
          <p:cNvPicPr>
            <a:picLocks noChangeAspect="1"/>
          </p:cNvPicPr>
          <p:nvPr/>
        </p:nvPicPr>
        <p:blipFill>
          <a:blip r:embed="rId5"/>
          <a:stretch>
            <a:fillRect/>
          </a:stretch>
        </p:blipFill>
        <p:spPr>
          <a:xfrm>
            <a:off x="762000" y="3286125"/>
            <a:ext cx="304800" cy="276225"/>
          </a:xfrm>
          <a:prstGeom prst="rect">
            <a:avLst/>
          </a:prstGeom>
        </p:spPr>
      </p:pic>
      <p:pic>
        <p:nvPicPr>
          <p:cNvPr id="11" name="Picture 10" descr="image.png"/>
          <p:cNvPicPr>
            <a:picLocks noChangeAspect="1"/>
          </p:cNvPicPr>
          <p:nvPr/>
        </p:nvPicPr>
        <p:blipFill>
          <a:blip r:embed="rId6"/>
          <a:stretch>
            <a:fillRect/>
          </a:stretch>
        </p:blipFill>
        <p:spPr>
          <a:xfrm>
            <a:off x="762000" y="3952875"/>
            <a:ext cx="266700" cy="276225"/>
          </a:xfrm>
          <a:prstGeom prst="rect">
            <a:avLst/>
          </a:prstGeom>
        </p:spPr>
      </p:pic>
      <p:pic>
        <p:nvPicPr>
          <p:cNvPr id="12" name="Picture 11" descr="image.png"/>
          <p:cNvPicPr>
            <a:picLocks noChangeAspect="1"/>
          </p:cNvPicPr>
          <p:nvPr/>
        </p:nvPicPr>
        <p:blipFill>
          <a:blip r:embed="rId7"/>
          <a:stretch>
            <a:fillRect/>
          </a:stretch>
        </p:blipFill>
        <p:spPr>
          <a:xfrm>
            <a:off x="762000" y="4619625"/>
            <a:ext cx="238125" cy="27622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62000" y="1434703"/>
            <a:ext cx="4316966" cy="1097280"/>
          </a:xfrm>
          <a:prstGeom prst="rect">
            <a:avLst/>
          </a:prstGeom>
          <a:noFill/>
        </p:spPr>
        <p:txBody>
          <a:bodyPr wrap="square" lIns="0" tIns="0" rIns="0" bIns="0" anchor="t">
            <a:normAutofit/>
          </a:bodyPr>
          <a:lstStyle/>
          <a:p>
            <a:pPr algn="l"/>
            <a:r>
              <a:rPr sz="3600" b="1" i="0" u="none">
                <a:solidFill>
                  <a:srgbClr val="1E3A8A"/>
                </a:solidFill>
                <a:latin typeface="Inter SemiBold"/>
              </a:rPr>
              <a:t>Danh Sách Sản Phẩm</a:t>
            </a:r>
          </a:p>
        </p:txBody>
      </p:sp>
      <p:pic>
        <p:nvPicPr>
          <p:cNvPr id="3" name="Picture 2"/>
          <p:cNvPicPr>
            <a:picLocks noChangeAspect="1"/>
          </p:cNvPicPr>
          <p:nvPr/>
        </p:nvPicPr>
        <p:blipFill>
          <a:blip r:embed="rId2"/>
          <a:srcRect/>
          <a:stretch/>
        </p:blipFill>
        <p:spPr>
          <a:xfrm>
            <a:off x="5106398" y="1278194"/>
            <a:ext cx="6879123" cy="3861963"/>
          </a:xfrm>
          <a:prstGeom prst="rect">
            <a:avLst/>
          </a:prstGeom>
        </p:spPr>
      </p:pic>
      <p:sp>
        <p:nvSpPr>
          <p:cNvPr id="4" name="TextBox 3"/>
          <p:cNvSpPr txBox="1"/>
          <p:nvPr/>
        </p:nvSpPr>
        <p:spPr>
          <a:xfrm>
            <a:off x="1504950" y="2881944"/>
            <a:ext cx="3829050" cy="305918"/>
          </a:xfrm>
          <a:prstGeom prst="rect">
            <a:avLst/>
          </a:prstGeom>
          <a:noFill/>
        </p:spPr>
        <p:txBody>
          <a:bodyPr wrap="square" lIns="0" tIns="0" rIns="0" bIns="0" anchor="ctr">
            <a:spAutoFit/>
          </a:bodyPr>
          <a:lstStyle/>
          <a:p>
            <a:pPr algn="l">
              <a:lnSpc>
                <a:spcPts val="2640"/>
              </a:lnSpc>
            </a:pPr>
            <a:r>
              <a:rPr sz="1650" b="0" i="0" u="none">
                <a:solidFill>
                  <a:srgbClr val="334155"/>
                </a:solidFill>
                <a:latin typeface="Times New Roman" panose="02020603050405020304" pitchFamily="18" charset="0"/>
                <a:cs typeface="Times New Roman" panose="02020603050405020304" pitchFamily="18" charset="0"/>
              </a:rPr>
              <a:t>Hiển thị dạng lưới (Grid) trực quan.</a:t>
            </a:r>
          </a:p>
        </p:txBody>
      </p:sp>
      <p:sp>
        <p:nvSpPr>
          <p:cNvPr id="5" name="TextBox 4"/>
          <p:cNvSpPr txBox="1"/>
          <p:nvPr/>
        </p:nvSpPr>
        <p:spPr>
          <a:xfrm>
            <a:off x="1504950" y="3526642"/>
            <a:ext cx="3829050" cy="639342"/>
          </a:xfrm>
          <a:prstGeom prst="rect">
            <a:avLst/>
          </a:prstGeom>
          <a:noFill/>
        </p:spPr>
        <p:txBody>
          <a:bodyPr wrap="square" lIns="0" tIns="0" rIns="0" bIns="0" anchor="ctr">
            <a:spAutoFit/>
          </a:bodyPr>
          <a:lstStyle/>
          <a:p>
            <a:pPr algn="l">
              <a:lnSpc>
                <a:spcPts val="2640"/>
              </a:lnSpc>
            </a:pPr>
            <a:r>
              <a:rPr sz="1650" b="0" i="0" u="none">
                <a:solidFill>
                  <a:srgbClr val="334155"/>
                </a:solidFill>
                <a:latin typeface="Times New Roman" panose="02020603050405020304" pitchFamily="18" charset="0"/>
                <a:cs typeface="Times New Roman" panose="02020603050405020304" pitchFamily="18" charset="0"/>
              </a:rPr>
              <a:t>Cung cấp thông tin cơ bản: Tên, Hình ảnh, Giá.</a:t>
            </a:r>
          </a:p>
        </p:txBody>
      </p:sp>
      <p:sp>
        <p:nvSpPr>
          <p:cNvPr id="6" name="TextBox 5"/>
          <p:cNvSpPr txBox="1"/>
          <p:nvPr/>
        </p:nvSpPr>
        <p:spPr>
          <a:xfrm>
            <a:off x="1476375" y="4649426"/>
            <a:ext cx="3857625" cy="305918"/>
          </a:xfrm>
          <a:prstGeom prst="rect">
            <a:avLst/>
          </a:prstGeom>
          <a:noFill/>
        </p:spPr>
        <p:txBody>
          <a:bodyPr wrap="square" lIns="0" tIns="0" rIns="0" bIns="0" anchor="ctr">
            <a:spAutoFit/>
          </a:bodyPr>
          <a:lstStyle/>
          <a:p>
            <a:pPr algn="l">
              <a:lnSpc>
                <a:spcPts val="2640"/>
              </a:lnSpc>
            </a:pPr>
            <a:r>
              <a:rPr sz="1650" b="0" i="0" u="none">
                <a:solidFill>
                  <a:srgbClr val="334155"/>
                </a:solidFill>
                <a:latin typeface="Times New Roman" panose="02020603050405020304" pitchFamily="18" charset="0"/>
                <a:cs typeface="Times New Roman" panose="02020603050405020304" pitchFamily="18" charset="0"/>
              </a:rPr>
              <a:t>Tích hợp nút xem nhanh và thêm giỏ hàng.</a:t>
            </a:r>
          </a:p>
        </p:txBody>
      </p:sp>
      <p:pic>
        <p:nvPicPr>
          <p:cNvPr id="7" name="Picture 6" descr="image.png"/>
          <p:cNvPicPr>
            <a:picLocks noChangeAspect="1"/>
          </p:cNvPicPr>
          <p:nvPr/>
        </p:nvPicPr>
        <p:blipFill>
          <a:blip r:embed="rId3"/>
          <a:stretch>
            <a:fillRect/>
          </a:stretch>
        </p:blipFill>
        <p:spPr>
          <a:xfrm>
            <a:off x="762000" y="2896790"/>
            <a:ext cx="266700" cy="276225"/>
          </a:xfrm>
          <a:prstGeom prst="rect">
            <a:avLst/>
          </a:prstGeom>
        </p:spPr>
      </p:pic>
      <p:pic>
        <p:nvPicPr>
          <p:cNvPr id="8" name="Picture 7" descr="image.png"/>
          <p:cNvPicPr>
            <a:picLocks noChangeAspect="1"/>
          </p:cNvPicPr>
          <p:nvPr/>
        </p:nvPicPr>
        <p:blipFill>
          <a:blip r:embed="rId4"/>
          <a:stretch>
            <a:fillRect/>
          </a:stretch>
        </p:blipFill>
        <p:spPr>
          <a:xfrm>
            <a:off x="762000" y="3708201"/>
            <a:ext cx="266700" cy="276225"/>
          </a:xfrm>
          <a:prstGeom prst="rect">
            <a:avLst/>
          </a:prstGeom>
        </p:spPr>
      </p:pic>
      <p:pic>
        <p:nvPicPr>
          <p:cNvPr id="9" name="Picture 8" descr="image.png"/>
          <p:cNvPicPr>
            <a:picLocks noChangeAspect="1"/>
          </p:cNvPicPr>
          <p:nvPr/>
        </p:nvPicPr>
        <p:blipFill>
          <a:blip r:embed="rId5"/>
          <a:stretch>
            <a:fillRect/>
          </a:stretch>
        </p:blipFill>
        <p:spPr>
          <a:xfrm>
            <a:off x="762000" y="4664273"/>
            <a:ext cx="238125" cy="27622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6381750" y="1757362"/>
            <a:ext cx="5048250" cy="4286250"/>
          </a:xfrm>
          <a:prstGeom prst="rect">
            <a:avLst/>
          </a:prstGeom>
        </p:spPr>
      </p:pic>
      <p:sp>
        <p:nvSpPr>
          <p:cNvPr id="3" name="TextBox 2"/>
          <p:cNvSpPr txBox="1"/>
          <p:nvPr/>
        </p:nvSpPr>
        <p:spPr>
          <a:xfrm>
            <a:off x="762000" y="571500"/>
            <a:ext cx="11201400" cy="561975"/>
          </a:xfrm>
          <a:prstGeom prst="rect">
            <a:avLst/>
          </a:prstGeom>
          <a:noFill/>
        </p:spPr>
        <p:txBody>
          <a:bodyPr wrap="square" lIns="0" tIns="0" rIns="0" bIns="0" anchor="t">
            <a:spAutoFit/>
          </a:bodyPr>
          <a:lstStyle/>
          <a:p>
            <a:pPr algn="l"/>
            <a:r>
              <a:rPr sz="3600" b="1" i="0" u="none">
                <a:solidFill>
                  <a:srgbClr val="1E3A8A"/>
                </a:solidFill>
                <a:latin typeface="Inter SemiBold"/>
              </a:rPr>
              <a:t>Chi Tiết Sản Phẩm</a:t>
            </a:r>
          </a:p>
        </p:txBody>
      </p:sp>
      <p:pic>
        <p:nvPicPr>
          <p:cNvPr id="4" name="Picture 3"/>
          <p:cNvPicPr>
            <a:picLocks noChangeAspect="1"/>
          </p:cNvPicPr>
          <p:nvPr/>
        </p:nvPicPr>
        <p:blipFill>
          <a:blip r:embed="rId3"/>
          <a:srcRect/>
          <a:stretch/>
        </p:blipFill>
        <p:spPr>
          <a:xfrm>
            <a:off x="5334762" y="1474839"/>
            <a:ext cx="6628638" cy="3726788"/>
          </a:xfrm>
          <a:prstGeom prst="rect">
            <a:avLst/>
          </a:prstGeom>
        </p:spPr>
      </p:pic>
      <p:sp>
        <p:nvSpPr>
          <p:cNvPr id="5" name="TextBox 4"/>
          <p:cNvSpPr txBox="1"/>
          <p:nvPr/>
        </p:nvSpPr>
        <p:spPr>
          <a:xfrm>
            <a:off x="1504950" y="2796352"/>
            <a:ext cx="4305300" cy="299697"/>
          </a:xfrm>
          <a:prstGeom prst="rect">
            <a:avLst/>
          </a:prstGeom>
          <a:noFill/>
        </p:spPr>
        <p:txBody>
          <a:bodyPr wrap="square" lIns="0" tIns="0" rIns="0" bIns="0" anchor="ctr">
            <a:spAutoFit/>
          </a:bodyPr>
          <a:lstStyle/>
          <a:p>
            <a:pPr algn="l">
              <a:lnSpc>
                <a:spcPts val="2640"/>
              </a:lnSpc>
            </a:pPr>
            <a:r>
              <a:rPr sz="1650" b="0" i="0" u="none">
                <a:solidFill>
                  <a:srgbClr val="334155"/>
                </a:solidFill>
                <a:latin typeface="Times New Roman" panose="02020603050405020304" pitchFamily="18" charset="0"/>
                <a:cs typeface="Times New Roman" panose="02020603050405020304" pitchFamily="18" charset="0"/>
              </a:rPr>
              <a:t>Hiển thị đầy đủ hình ảnh chất lượng cao.</a:t>
            </a:r>
          </a:p>
        </p:txBody>
      </p:sp>
      <p:sp>
        <p:nvSpPr>
          <p:cNvPr id="6" name="TextBox 5"/>
          <p:cNvSpPr txBox="1"/>
          <p:nvPr/>
        </p:nvSpPr>
        <p:spPr>
          <a:xfrm>
            <a:off x="1504950" y="3441050"/>
            <a:ext cx="4305300" cy="633122"/>
          </a:xfrm>
          <a:prstGeom prst="rect">
            <a:avLst/>
          </a:prstGeom>
          <a:noFill/>
        </p:spPr>
        <p:txBody>
          <a:bodyPr wrap="square" lIns="0" tIns="0" rIns="0" bIns="0" anchor="ctr">
            <a:spAutoFit/>
          </a:bodyPr>
          <a:lstStyle/>
          <a:p>
            <a:pPr algn="l">
              <a:lnSpc>
                <a:spcPts val="2640"/>
              </a:lnSpc>
            </a:pPr>
            <a:r>
              <a:rPr sz="1650" b="0" i="0" u="none">
                <a:solidFill>
                  <a:srgbClr val="334155"/>
                </a:solidFill>
                <a:latin typeface="Times New Roman" panose="02020603050405020304" pitchFamily="18" charset="0"/>
                <a:cs typeface="Times New Roman" panose="02020603050405020304" pitchFamily="18" charset="0"/>
              </a:rPr>
              <a:t>Chi tiết thông số kỹ thuật (CPU, RAM, Màn hình...).</a:t>
            </a:r>
          </a:p>
        </p:txBody>
      </p:sp>
      <p:sp>
        <p:nvSpPr>
          <p:cNvPr id="7" name="TextBox 6"/>
          <p:cNvSpPr txBox="1"/>
          <p:nvPr/>
        </p:nvSpPr>
        <p:spPr>
          <a:xfrm>
            <a:off x="1543050" y="4378523"/>
            <a:ext cx="3764280" cy="502920"/>
          </a:xfrm>
          <a:prstGeom prst="rect">
            <a:avLst/>
          </a:prstGeom>
          <a:noFill/>
        </p:spPr>
        <p:txBody>
          <a:bodyPr wrap="square" lIns="0" tIns="0" rIns="0" bIns="0" anchor="ctr">
            <a:normAutofit/>
          </a:bodyPr>
          <a:lstStyle/>
          <a:p>
            <a:pPr algn="l">
              <a:lnSpc>
                <a:spcPts val="2640"/>
              </a:lnSpc>
            </a:pPr>
            <a:r>
              <a:rPr sz="1650" b="0" i="0" u="none">
                <a:solidFill>
                  <a:srgbClr val="334155"/>
                </a:solidFill>
                <a:latin typeface="Times New Roman" panose="02020603050405020304" pitchFamily="18" charset="0"/>
                <a:cs typeface="Times New Roman" panose="02020603050405020304" pitchFamily="18" charset="0"/>
              </a:rPr>
              <a:t>Hỗ trợ chọn số lượng và nút "Mua Ngay".</a:t>
            </a:r>
          </a:p>
        </p:txBody>
      </p:sp>
      <p:pic>
        <p:nvPicPr>
          <p:cNvPr id="8" name="Picture 7" descr="image.png"/>
          <p:cNvPicPr>
            <a:picLocks noChangeAspect="1"/>
          </p:cNvPicPr>
          <p:nvPr/>
        </p:nvPicPr>
        <p:blipFill>
          <a:blip r:embed="rId4"/>
          <a:stretch>
            <a:fillRect/>
          </a:stretch>
        </p:blipFill>
        <p:spPr>
          <a:xfrm>
            <a:off x="762000" y="2808089"/>
            <a:ext cx="266700" cy="276225"/>
          </a:xfrm>
          <a:prstGeom prst="rect">
            <a:avLst/>
          </a:prstGeom>
        </p:spPr>
      </p:pic>
      <p:pic>
        <p:nvPicPr>
          <p:cNvPr id="9" name="Picture 8" descr="image.png"/>
          <p:cNvPicPr>
            <a:picLocks noChangeAspect="1"/>
          </p:cNvPicPr>
          <p:nvPr/>
        </p:nvPicPr>
        <p:blipFill>
          <a:blip r:embed="rId5"/>
          <a:stretch>
            <a:fillRect/>
          </a:stretch>
        </p:blipFill>
        <p:spPr>
          <a:xfrm>
            <a:off x="762000" y="3619500"/>
            <a:ext cx="266700" cy="276225"/>
          </a:xfrm>
          <a:prstGeom prst="rect">
            <a:avLst/>
          </a:prstGeom>
        </p:spPr>
      </p:pic>
      <p:pic>
        <p:nvPicPr>
          <p:cNvPr id="10" name="Picture 9" descr="image.png"/>
          <p:cNvPicPr>
            <a:picLocks noChangeAspect="1"/>
          </p:cNvPicPr>
          <p:nvPr/>
        </p:nvPicPr>
        <p:blipFill>
          <a:blip r:embed="rId6"/>
          <a:stretch>
            <a:fillRect/>
          </a:stretch>
        </p:blipFill>
        <p:spPr>
          <a:xfrm>
            <a:off x="762000" y="4430910"/>
            <a:ext cx="304800" cy="27622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62000" y="1579364"/>
            <a:ext cx="4742884" cy="1097280"/>
          </a:xfrm>
          <a:prstGeom prst="rect">
            <a:avLst/>
          </a:prstGeom>
          <a:noFill/>
        </p:spPr>
        <p:txBody>
          <a:bodyPr wrap="square" lIns="0" tIns="0" rIns="0" bIns="0" anchor="t">
            <a:normAutofit/>
          </a:bodyPr>
          <a:lstStyle/>
          <a:p>
            <a:pPr algn="l"/>
            <a:r>
              <a:rPr sz="3600" b="1" i="0" u="none">
                <a:solidFill>
                  <a:srgbClr val="1E3A8A"/>
                </a:solidFill>
                <a:latin typeface="Inter SemiBold"/>
              </a:rPr>
              <a:t>Giỏ Hàng &amp; Thanh Toán</a:t>
            </a:r>
          </a:p>
        </p:txBody>
      </p:sp>
      <p:pic>
        <p:nvPicPr>
          <p:cNvPr id="3" name="Picture 2"/>
          <p:cNvPicPr>
            <a:picLocks noChangeAspect="1"/>
          </p:cNvPicPr>
          <p:nvPr/>
        </p:nvPicPr>
        <p:blipFill>
          <a:blip r:embed="rId2"/>
          <a:srcRect/>
          <a:stretch/>
        </p:blipFill>
        <p:spPr>
          <a:xfrm>
            <a:off x="5532316" y="1504335"/>
            <a:ext cx="6472876" cy="3411794"/>
          </a:xfrm>
          <a:prstGeom prst="rect">
            <a:avLst/>
          </a:prstGeom>
        </p:spPr>
      </p:pic>
      <p:sp>
        <p:nvSpPr>
          <p:cNvPr id="4" name="TextBox 3"/>
          <p:cNvSpPr txBox="1"/>
          <p:nvPr/>
        </p:nvSpPr>
        <p:spPr>
          <a:xfrm>
            <a:off x="1543050" y="3029715"/>
            <a:ext cx="3790950" cy="299697"/>
          </a:xfrm>
          <a:prstGeom prst="rect">
            <a:avLst/>
          </a:prstGeom>
          <a:noFill/>
        </p:spPr>
        <p:txBody>
          <a:bodyPr wrap="square" lIns="0" tIns="0" rIns="0" bIns="0" anchor="ctr">
            <a:spAutoFit/>
          </a:bodyPr>
          <a:lstStyle/>
          <a:p>
            <a:pPr algn="l">
              <a:lnSpc>
                <a:spcPts val="2640"/>
              </a:lnSpc>
            </a:pPr>
            <a:r>
              <a:rPr sz="1650" b="0" i="0" u="none">
                <a:solidFill>
                  <a:srgbClr val="334155"/>
                </a:solidFill>
                <a:latin typeface="Times New Roman" panose="02020603050405020304" pitchFamily="18" charset="0"/>
                <a:cs typeface="Times New Roman" panose="02020603050405020304" pitchFamily="18" charset="0"/>
              </a:rPr>
              <a:t>Quản lý danh sách sản phẩm đã chọn.</a:t>
            </a:r>
          </a:p>
        </p:txBody>
      </p:sp>
      <p:sp>
        <p:nvSpPr>
          <p:cNvPr id="5" name="TextBox 4"/>
          <p:cNvSpPr txBox="1"/>
          <p:nvPr/>
        </p:nvSpPr>
        <p:spPr>
          <a:xfrm>
            <a:off x="1438275" y="3696465"/>
            <a:ext cx="3895725" cy="299697"/>
          </a:xfrm>
          <a:prstGeom prst="rect">
            <a:avLst/>
          </a:prstGeom>
          <a:noFill/>
        </p:spPr>
        <p:txBody>
          <a:bodyPr wrap="square" lIns="0" tIns="0" rIns="0" bIns="0" anchor="ctr">
            <a:spAutoFit/>
          </a:bodyPr>
          <a:lstStyle/>
          <a:p>
            <a:pPr algn="l">
              <a:lnSpc>
                <a:spcPts val="2640"/>
              </a:lnSpc>
            </a:pPr>
            <a:r>
              <a:rPr sz="1650" b="0" i="0" u="none">
                <a:solidFill>
                  <a:srgbClr val="334155"/>
                </a:solidFill>
                <a:latin typeface="Times New Roman" panose="02020603050405020304" pitchFamily="18" charset="0"/>
                <a:cs typeface="Times New Roman" panose="02020603050405020304" pitchFamily="18" charset="0"/>
              </a:rPr>
              <a:t>Tự động tính toán tổng tiền chính xác.</a:t>
            </a:r>
          </a:p>
        </p:txBody>
      </p:sp>
      <p:sp>
        <p:nvSpPr>
          <p:cNvPr id="6" name="TextBox 5"/>
          <p:cNvSpPr txBox="1"/>
          <p:nvPr/>
        </p:nvSpPr>
        <p:spPr>
          <a:xfrm>
            <a:off x="1504950" y="4507876"/>
            <a:ext cx="3829050" cy="299697"/>
          </a:xfrm>
          <a:prstGeom prst="rect">
            <a:avLst/>
          </a:prstGeom>
          <a:noFill/>
        </p:spPr>
        <p:txBody>
          <a:bodyPr wrap="square" lIns="0" tIns="0" rIns="0" bIns="0" anchor="ctr">
            <a:spAutoFit/>
          </a:bodyPr>
          <a:lstStyle/>
          <a:p>
            <a:pPr algn="l">
              <a:lnSpc>
                <a:spcPts val="2640"/>
              </a:lnSpc>
            </a:pPr>
            <a:r>
              <a:rPr sz="1650" b="0" i="0" u="none">
                <a:solidFill>
                  <a:srgbClr val="334155"/>
                </a:solidFill>
                <a:latin typeface="Times New Roman" panose="02020603050405020304" pitchFamily="18" charset="0"/>
                <a:cs typeface="Times New Roman" panose="02020603050405020304" pitchFamily="18" charset="0"/>
              </a:rPr>
              <a:t>Dễ dàng cập nhật số lượng hoặc xóa mục.</a:t>
            </a:r>
          </a:p>
        </p:txBody>
      </p:sp>
      <p:pic>
        <p:nvPicPr>
          <p:cNvPr id="7" name="Picture 6" descr="image.png"/>
          <p:cNvPicPr>
            <a:picLocks noChangeAspect="1"/>
          </p:cNvPicPr>
          <p:nvPr/>
        </p:nvPicPr>
        <p:blipFill>
          <a:blip r:embed="rId3"/>
          <a:stretch>
            <a:fillRect/>
          </a:stretch>
        </p:blipFill>
        <p:spPr>
          <a:xfrm>
            <a:off x="762000" y="3041451"/>
            <a:ext cx="304800" cy="276225"/>
          </a:xfrm>
          <a:prstGeom prst="rect">
            <a:avLst/>
          </a:prstGeom>
        </p:spPr>
      </p:pic>
      <p:pic>
        <p:nvPicPr>
          <p:cNvPr id="8" name="Picture 7" descr="image.png"/>
          <p:cNvPicPr>
            <a:picLocks noChangeAspect="1"/>
          </p:cNvPicPr>
          <p:nvPr/>
        </p:nvPicPr>
        <p:blipFill>
          <a:blip r:embed="rId4"/>
          <a:stretch>
            <a:fillRect/>
          </a:stretch>
        </p:blipFill>
        <p:spPr>
          <a:xfrm>
            <a:off x="762000" y="3708201"/>
            <a:ext cx="200025" cy="276225"/>
          </a:xfrm>
          <a:prstGeom prst="rect">
            <a:avLst/>
          </a:prstGeom>
        </p:spPr>
      </p:pic>
      <p:pic>
        <p:nvPicPr>
          <p:cNvPr id="9" name="Picture 8" descr="image.png"/>
          <p:cNvPicPr>
            <a:picLocks noChangeAspect="1"/>
          </p:cNvPicPr>
          <p:nvPr/>
        </p:nvPicPr>
        <p:blipFill>
          <a:blip r:embed="rId5"/>
          <a:stretch>
            <a:fillRect/>
          </a:stretch>
        </p:blipFill>
        <p:spPr>
          <a:xfrm>
            <a:off x="762000" y="4519612"/>
            <a:ext cx="266700" cy="27622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6381750" y="1757362"/>
            <a:ext cx="5048250" cy="4286250"/>
          </a:xfrm>
          <a:prstGeom prst="rect">
            <a:avLst/>
          </a:prstGeom>
        </p:spPr>
      </p:pic>
      <p:sp>
        <p:nvSpPr>
          <p:cNvPr id="3" name="TextBox 2"/>
          <p:cNvSpPr txBox="1"/>
          <p:nvPr/>
        </p:nvSpPr>
        <p:spPr>
          <a:xfrm>
            <a:off x="762000" y="571500"/>
            <a:ext cx="11201400" cy="561975"/>
          </a:xfrm>
          <a:prstGeom prst="rect">
            <a:avLst/>
          </a:prstGeom>
          <a:noFill/>
        </p:spPr>
        <p:txBody>
          <a:bodyPr wrap="square" lIns="0" tIns="0" rIns="0" bIns="0" anchor="t">
            <a:spAutoFit/>
          </a:bodyPr>
          <a:lstStyle/>
          <a:p>
            <a:pPr algn="l"/>
            <a:r>
              <a:rPr sz="3600" b="1" i="0" u="none">
                <a:solidFill>
                  <a:srgbClr val="1E3A8A"/>
                </a:solidFill>
                <a:latin typeface="Inter SemiBold"/>
              </a:rPr>
              <a:t>Bảo Mật &amp; Cá Nhân Hóa</a:t>
            </a:r>
          </a:p>
        </p:txBody>
      </p:sp>
      <p:pic>
        <p:nvPicPr>
          <p:cNvPr id="4" name="Picture 3"/>
          <p:cNvPicPr>
            <a:picLocks noChangeAspect="1"/>
          </p:cNvPicPr>
          <p:nvPr/>
        </p:nvPicPr>
        <p:blipFill>
          <a:blip r:embed="rId3"/>
          <a:srcRect/>
          <a:stretch/>
        </p:blipFill>
        <p:spPr>
          <a:xfrm>
            <a:off x="5692876" y="1757362"/>
            <a:ext cx="6194323" cy="3108601"/>
          </a:xfrm>
          <a:prstGeom prst="rect">
            <a:avLst/>
          </a:prstGeom>
        </p:spPr>
      </p:pic>
      <p:sp>
        <p:nvSpPr>
          <p:cNvPr id="5" name="TextBox 4"/>
          <p:cNvSpPr txBox="1"/>
          <p:nvPr/>
        </p:nvSpPr>
        <p:spPr>
          <a:xfrm>
            <a:off x="1504950" y="2851202"/>
            <a:ext cx="4160494" cy="502920"/>
          </a:xfrm>
          <a:prstGeom prst="rect">
            <a:avLst/>
          </a:prstGeom>
          <a:noFill/>
        </p:spPr>
        <p:txBody>
          <a:bodyPr wrap="square" lIns="0" tIns="0" rIns="0" bIns="0" anchor="ctr">
            <a:normAutofit/>
          </a:bodyPr>
          <a:lstStyle/>
          <a:p>
            <a:pPr algn="l">
              <a:lnSpc>
                <a:spcPts val="2640"/>
              </a:lnSpc>
            </a:pPr>
            <a:r>
              <a:rPr sz="1650" b="0" i="0" u="none">
                <a:solidFill>
                  <a:srgbClr val="334155"/>
                </a:solidFill>
                <a:latin typeface="Times New Roman" panose="02020603050405020304" pitchFamily="18" charset="0"/>
                <a:cs typeface="Times New Roman" panose="02020603050405020304" pitchFamily="18" charset="0"/>
              </a:rPr>
              <a:t>Form đăng nhập/đăng ký an toàn, hiện đại.</a:t>
            </a:r>
          </a:p>
        </p:txBody>
      </p:sp>
      <p:sp>
        <p:nvSpPr>
          <p:cNvPr id="6" name="TextBox 5"/>
          <p:cNvSpPr txBox="1"/>
          <p:nvPr/>
        </p:nvSpPr>
        <p:spPr>
          <a:xfrm>
            <a:off x="1543050" y="3567112"/>
            <a:ext cx="4122394" cy="502920"/>
          </a:xfrm>
          <a:prstGeom prst="rect">
            <a:avLst/>
          </a:prstGeom>
          <a:noFill/>
        </p:spPr>
        <p:txBody>
          <a:bodyPr wrap="square" lIns="0" tIns="0" rIns="0" bIns="0" anchor="ctr">
            <a:normAutofit/>
          </a:bodyPr>
          <a:lstStyle/>
          <a:p>
            <a:pPr algn="l">
              <a:lnSpc>
                <a:spcPts val="2640"/>
              </a:lnSpc>
            </a:pPr>
            <a:r>
              <a:rPr sz="1650" b="0" i="0" u="none">
                <a:solidFill>
                  <a:srgbClr val="334155"/>
                </a:solidFill>
                <a:latin typeface="Times New Roman" panose="02020603050405020304" pitchFamily="18" charset="0"/>
                <a:cs typeface="Times New Roman" panose="02020603050405020304" pitchFamily="18" charset="0"/>
              </a:rPr>
              <a:t>Giao diện quản lý thông tin tài khoản cá nhân.</a:t>
            </a:r>
          </a:p>
        </p:txBody>
      </p:sp>
      <p:sp>
        <p:nvSpPr>
          <p:cNvPr id="7" name="TextBox 6"/>
          <p:cNvSpPr txBox="1"/>
          <p:nvPr/>
        </p:nvSpPr>
        <p:spPr>
          <a:xfrm>
            <a:off x="1504950" y="4233862"/>
            <a:ext cx="4160494" cy="502920"/>
          </a:xfrm>
          <a:prstGeom prst="rect">
            <a:avLst/>
          </a:prstGeom>
          <a:noFill/>
        </p:spPr>
        <p:txBody>
          <a:bodyPr wrap="square" lIns="0" tIns="0" rIns="0" bIns="0" anchor="ctr">
            <a:normAutofit/>
          </a:bodyPr>
          <a:lstStyle/>
          <a:p>
            <a:pPr algn="l">
              <a:lnSpc>
                <a:spcPts val="2640"/>
              </a:lnSpc>
            </a:pPr>
            <a:r>
              <a:rPr sz="1650" b="0" i="0" u="none">
                <a:solidFill>
                  <a:srgbClr val="334155"/>
                </a:solidFill>
                <a:latin typeface="Times New Roman" panose="02020603050405020304" pitchFamily="18" charset="0"/>
                <a:cs typeface="Times New Roman" panose="02020603050405020304" pitchFamily="18" charset="0"/>
              </a:rPr>
              <a:t>Tính năng xem lại chi tiết lịch sử mua hàng.</a:t>
            </a:r>
          </a:p>
        </p:txBody>
      </p:sp>
      <p:pic>
        <p:nvPicPr>
          <p:cNvPr id="8" name="Picture 7" descr="image.png"/>
          <p:cNvPicPr>
            <a:picLocks noChangeAspect="1"/>
          </p:cNvPicPr>
          <p:nvPr/>
        </p:nvPicPr>
        <p:blipFill>
          <a:blip r:embed="rId4"/>
          <a:stretch>
            <a:fillRect/>
          </a:stretch>
        </p:blipFill>
        <p:spPr>
          <a:xfrm>
            <a:off x="762000" y="2952750"/>
            <a:ext cx="266700" cy="276225"/>
          </a:xfrm>
          <a:prstGeom prst="rect">
            <a:avLst/>
          </a:prstGeom>
        </p:spPr>
      </p:pic>
      <p:pic>
        <p:nvPicPr>
          <p:cNvPr id="9" name="Picture 8" descr="image.png"/>
          <p:cNvPicPr>
            <a:picLocks noChangeAspect="1"/>
          </p:cNvPicPr>
          <p:nvPr/>
        </p:nvPicPr>
        <p:blipFill>
          <a:blip r:embed="rId5"/>
          <a:stretch>
            <a:fillRect/>
          </a:stretch>
        </p:blipFill>
        <p:spPr>
          <a:xfrm>
            <a:off x="762000" y="3619500"/>
            <a:ext cx="304800" cy="276225"/>
          </a:xfrm>
          <a:prstGeom prst="rect">
            <a:avLst/>
          </a:prstGeom>
        </p:spPr>
      </p:pic>
      <p:pic>
        <p:nvPicPr>
          <p:cNvPr id="10" name="Picture 9" descr="image.png"/>
          <p:cNvPicPr>
            <a:picLocks noChangeAspect="1"/>
          </p:cNvPicPr>
          <p:nvPr/>
        </p:nvPicPr>
        <p:blipFill>
          <a:blip r:embed="rId6"/>
          <a:stretch>
            <a:fillRect/>
          </a:stretch>
        </p:blipFill>
        <p:spPr>
          <a:xfrm>
            <a:off x="762000" y="4286250"/>
            <a:ext cx="266700" cy="27622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62000" y="1434703"/>
            <a:ext cx="4800600" cy="553998"/>
          </a:xfrm>
          <a:prstGeom prst="rect">
            <a:avLst/>
          </a:prstGeom>
          <a:noFill/>
        </p:spPr>
        <p:txBody>
          <a:bodyPr wrap="square" lIns="0" tIns="0" rIns="0" bIns="0" anchor="t">
            <a:spAutoFit/>
          </a:bodyPr>
          <a:lstStyle/>
          <a:p>
            <a:pPr algn="l"/>
            <a:r>
              <a:rPr sz="3600" b="1" i="0" u="none">
                <a:solidFill>
                  <a:srgbClr val="1E3A8A"/>
                </a:solidFill>
                <a:latin typeface="Inter SemiBold"/>
              </a:rPr>
              <a:t>Trang Quản Trị (Admin)</a:t>
            </a:r>
          </a:p>
        </p:txBody>
      </p:sp>
      <p:pic>
        <p:nvPicPr>
          <p:cNvPr id="3" name="Picture 2"/>
          <p:cNvPicPr>
            <a:picLocks noChangeAspect="1"/>
          </p:cNvPicPr>
          <p:nvPr/>
        </p:nvPicPr>
        <p:blipFill>
          <a:blip r:embed="rId2"/>
          <a:srcRect/>
          <a:stretch/>
        </p:blipFill>
        <p:spPr>
          <a:xfrm>
            <a:off x="5555222" y="1895283"/>
            <a:ext cx="6096000" cy="3067434"/>
          </a:xfrm>
          <a:prstGeom prst="rect">
            <a:avLst/>
          </a:prstGeom>
        </p:spPr>
      </p:pic>
      <p:sp>
        <p:nvSpPr>
          <p:cNvPr id="4" name="TextBox 3"/>
          <p:cNvSpPr txBox="1"/>
          <p:nvPr/>
        </p:nvSpPr>
        <p:spPr>
          <a:xfrm>
            <a:off x="1504950" y="3029715"/>
            <a:ext cx="3829050" cy="299697"/>
          </a:xfrm>
          <a:prstGeom prst="rect">
            <a:avLst/>
          </a:prstGeom>
          <a:noFill/>
        </p:spPr>
        <p:txBody>
          <a:bodyPr wrap="square" lIns="0" tIns="0" rIns="0" bIns="0" anchor="ctr">
            <a:spAutoFit/>
          </a:bodyPr>
          <a:lstStyle/>
          <a:p>
            <a:pPr algn="l">
              <a:lnSpc>
                <a:spcPts val="2640"/>
              </a:lnSpc>
            </a:pPr>
            <a:r>
              <a:rPr sz="1650" b="0" i="0" u="none">
                <a:solidFill>
                  <a:srgbClr val="334155"/>
                </a:solidFill>
                <a:latin typeface="Times New Roman" panose="02020603050405020304" pitchFamily="18" charset="0"/>
                <a:cs typeface="Times New Roman" panose="02020603050405020304" pitchFamily="18" charset="0"/>
              </a:rPr>
              <a:t>Cung cấp cái nhìn tổng quan về hệ thống.</a:t>
            </a:r>
          </a:p>
        </p:txBody>
      </p:sp>
      <p:sp>
        <p:nvSpPr>
          <p:cNvPr id="5" name="TextBox 4"/>
          <p:cNvSpPr txBox="1"/>
          <p:nvPr/>
        </p:nvSpPr>
        <p:spPr>
          <a:xfrm>
            <a:off x="1504950" y="3985787"/>
            <a:ext cx="3829050" cy="299697"/>
          </a:xfrm>
          <a:prstGeom prst="rect">
            <a:avLst/>
          </a:prstGeom>
          <a:noFill/>
        </p:spPr>
        <p:txBody>
          <a:bodyPr wrap="square" lIns="0" tIns="0" rIns="0" bIns="0" anchor="ctr">
            <a:spAutoFit/>
          </a:bodyPr>
          <a:lstStyle/>
          <a:p>
            <a:pPr algn="l">
              <a:lnSpc>
                <a:spcPts val="2640"/>
              </a:lnSpc>
            </a:pPr>
            <a:r>
              <a:rPr sz="1650" b="0" i="0" u="none">
                <a:solidFill>
                  <a:srgbClr val="334155"/>
                </a:solidFill>
                <a:latin typeface="Times New Roman" panose="02020603050405020304" pitchFamily="18" charset="0"/>
                <a:cs typeface="Times New Roman" panose="02020603050405020304" pitchFamily="18" charset="0"/>
              </a:rPr>
              <a:t>Menu điều hướng trực quan đến các Module.</a:t>
            </a:r>
          </a:p>
        </p:txBody>
      </p:sp>
      <p:sp>
        <p:nvSpPr>
          <p:cNvPr id="6" name="TextBox 5"/>
          <p:cNvSpPr txBox="1"/>
          <p:nvPr/>
        </p:nvSpPr>
        <p:spPr>
          <a:xfrm>
            <a:off x="1504950" y="4797197"/>
            <a:ext cx="3829050" cy="299697"/>
          </a:xfrm>
          <a:prstGeom prst="rect">
            <a:avLst/>
          </a:prstGeom>
          <a:noFill/>
        </p:spPr>
        <p:txBody>
          <a:bodyPr wrap="square" lIns="0" tIns="0" rIns="0" bIns="0" anchor="ctr">
            <a:spAutoFit/>
          </a:bodyPr>
          <a:lstStyle/>
          <a:p>
            <a:pPr algn="l">
              <a:lnSpc>
                <a:spcPts val="2640"/>
              </a:lnSpc>
            </a:pPr>
            <a:r>
              <a:rPr sz="1650" b="0" i="0" u="none">
                <a:solidFill>
                  <a:srgbClr val="334155"/>
                </a:solidFill>
                <a:latin typeface="Times New Roman" panose="02020603050405020304" pitchFamily="18" charset="0"/>
                <a:cs typeface="Times New Roman" panose="02020603050405020304" pitchFamily="18" charset="0"/>
              </a:rPr>
              <a:t>Khu vực dành riêng, bảo mật chặt chẽ.</a:t>
            </a:r>
          </a:p>
        </p:txBody>
      </p:sp>
      <p:pic>
        <p:nvPicPr>
          <p:cNvPr id="7" name="Picture 6" descr="image.png"/>
          <p:cNvPicPr>
            <a:picLocks noChangeAspect="1"/>
          </p:cNvPicPr>
          <p:nvPr/>
        </p:nvPicPr>
        <p:blipFill>
          <a:blip r:embed="rId3"/>
          <a:stretch>
            <a:fillRect/>
          </a:stretch>
        </p:blipFill>
        <p:spPr>
          <a:xfrm>
            <a:off x="762000" y="3041451"/>
            <a:ext cx="266700" cy="276225"/>
          </a:xfrm>
          <a:prstGeom prst="rect">
            <a:avLst/>
          </a:prstGeom>
        </p:spPr>
      </p:pic>
      <p:pic>
        <p:nvPicPr>
          <p:cNvPr id="8" name="Picture 7" descr="image.png"/>
          <p:cNvPicPr>
            <a:picLocks noChangeAspect="1"/>
          </p:cNvPicPr>
          <p:nvPr/>
        </p:nvPicPr>
        <p:blipFill>
          <a:blip r:embed="rId4"/>
          <a:stretch>
            <a:fillRect/>
          </a:stretch>
        </p:blipFill>
        <p:spPr>
          <a:xfrm>
            <a:off x="762000" y="3997523"/>
            <a:ext cx="266700" cy="276225"/>
          </a:xfrm>
          <a:prstGeom prst="rect">
            <a:avLst/>
          </a:prstGeom>
        </p:spPr>
      </p:pic>
      <p:pic>
        <p:nvPicPr>
          <p:cNvPr id="9" name="Picture 8" descr="image.png"/>
          <p:cNvPicPr>
            <a:picLocks noChangeAspect="1"/>
          </p:cNvPicPr>
          <p:nvPr/>
        </p:nvPicPr>
        <p:blipFill>
          <a:blip r:embed="rId5"/>
          <a:stretch>
            <a:fillRect/>
          </a:stretch>
        </p:blipFill>
        <p:spPr>
          <a:xfrm>
            <a:off x="762000" y="4808934"/>
            <a:ext cx="266700" cy="27622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6381750" y="1757362"/>
            <a:ext cx="5048250" cy="4286250"/>
          </a:xfrm>
          <a:prstGeom prst="rect">
            <a:avLst/>
          </a:prstGeom>
        </p:spPr>
      </p:pic>
      <p:sp>
        <p:nvSpPr>
          <p:cNvPr id="3" name="TextBox 2"/>
          <p:cNvSpPr txBox="1"/>
          <p:nvPr/>
        </p:nvSpPr>
        <p:spPr>
          <a:xfrm>
            <a:off x="762000" y="571500"/>
            <a:ext cx="11201400" cy="561975"/>
          </a:xfrm>
          <a:prstGeom prst="rect">
            <a:avLst/>
          </a:prstGeom>
          <a:noFill/>
        </p:spPr>
        <p:txBody>
          <a:bodyPr wrap="square" lIns="0" tIns="0" rIns="0" bIns="0" anchor="t">
            <a:spAutoFit/>
          </a:bodyPr>
          <a:lstStyle/>
          <a:p>
            <a:pPr algn="l"/>
            <a:r>
              <a:rPr sz="3600" b="1" i="0" u="none">
                <a:solidFill>
                  <a:srgbClr val="1E3A8A"/>
                </a:solidFill>
                <a:latin typeface="Inter SemiBold"/>
              </a:rPr>
              <a:t>Quản Lý Dữ Liệu</a:t>
            </a:r>
          </a:p>
        </p:txBody>
      </p:sp>
      <p:pic>
        <p:nvPicPr>
          <p:cNvPr id="4" name="Picture 3"/>
          <p:cNvPicPr>
            <a:picLocks noChangeAspect="1"/>
          </p:cNvPicPr>
          <p:nvPr/>
        </p:nvPicPr>
        <p:blipFill>
          <a:blip r:embed="rId3"/>
          <a:srcRect/>
          <a:stretch/>
        </p:blipFill>
        <p:spPr>
          <a:xfrm>
            <a:off x="5472635" y="1757362"/>
            <a:ext cx="6490765" cy="3459207"/>
          </a:xfrm>
          <a:prstGeom prst="rect">
            <a:avLst/>
          </a:prstGeom>
        </p:spPr>
      </p:pic>
      <p:sp>
        <p:nvSpPr>
          <p:cNvPr id="5" name="TextBox 4"/>
          <p:cNvSpPr txBox="1"/>
          <p:nvPr/>
        </p:nvSpPr>
        <p:spPr>
          <a:xfrm>
            <a:off x="1504950" y="2900362"/>
            <a:ext cx="3940253" cy="502920"/>
          </a:xfrm>
          <a:prstGeom prst="rect">
            <a:avLst/>
          </a:prstGeom>
          <a:noFill/>
        </p:spPr>
        <p:txBody>
          <a:bodyPr wrap="square" lIns="0" tIns="0" rIns="0" bIns="0" anchor="ctr">
            <a:normAutofit/>
          </a:bodyPr>
          <a:lstStyle/>
          <a:p>
            <a:pPr algn="l">
              <a:lnSpc>
                <a:spcPts val="2640"/>
              </a:lnSpc>
            </a:pPr>
            <a:r>
              <a:rPr sz="1650" b="0" i="0" u="none">
                <a:solidFill>
                  <a:srgbClr val="334155"/>
                </a:solidFill>
                <a:latin typeface="Times New Roman" panose="02020603050405020304" pitchFamily="18" charset="0"/>
                <a:cs typeface="Times New Roman" panose="02020603050405020304" pitchFamily="18" charset="0"/>
              </a:rPr>
              <a:t>Trình bày dữ liệu dạng bảng dễ kiểm soát.</a:t>
            </a:r>
          </a:p>
        </p:txBody>
      </p:sp>
      <p:sp>
        <p:nvSpPr>
          <p:cNvPr id="6" name="TextBox 5"/>
          <p:cNvSpPr txBox="1"/>
          <p:nvPr/>
        </p:nvSpPr>
        <p:spPr>
          <a:xfrm>
            <a:off x="1504950" y="3567112"/>
            <a:ext cx="3940253" cy="502920"/>
          </a:xfrm>
          <a:prstGeom prst="rect">
            <a:avLst/>
          </a:prstGeom>
          <a:noFill/>
        </p:spPr>
        <p:txBody>
          <a:bodyPr wrap="square" lIns="0" tIns="0" rIns="0" bIns="0" anchor="ctr">
            <a:normAutofit fontScale="92500"/>
          </a:bodyPr>
          <a:lstStyle/>
          <a:p>
            <a:pPr algn="l">
              <a:lnSpc>
                <a:spcPts val="2640"/>
              </a:lnSpc>
            </a:pPr>
            <a:r>
              <a:rPr sz="1650" b="0" i="0" u="none">
                <a:solidFill>
                  <a:srgbClr val="334155"/>
                </a:solidFill>
                <a:latin typeface="Times New Roman" panose="02020603050405020304" pitchFamily="18" charset="0"/>
                <a:cs typeface="Times New Roman" panose="02020603050405020304" pitchFamily="18" charset="0"/>
              </a:rPr>
              <a:t>Hỗ trợ đầy đủ thao tác Thêm/Sửa/Xóa (CRUD).</a:t>
            </a:r>
          </a:p>
        </p:txBody>
      </p:sp>
      <p:sp>
        <p:nvSpPr>
          <p:cNvPr id="7" name="TextBox 6"/>
          <p:cNvSpPr txBox="1"/>
          <p:nvPr/>
        </p:nvSpPr>
        <p:spPr>
          <a:xfrm>
            <a:off x="1504950" y="4233862"/>
            <a:ext cx="3940253" cy="502920"/>
          </a:xfrm>
          <a:prstGeom prst="rect">
            <a:avLst/>
          </a:prstGeom>
          <a:noFill/>
        </p:spPr>
        <p:txBody>
          <a:bodyPr wrap="square" lIns="0" tIns="0" rIns="0" bIns="0" anchor="ctr">
            <a:normAutofit/>
          </a:bodyPr>
          <a:lstStyle/>
          <a:p>
            <a:pPr algn="l">
              <a:lnSpc>
                <a:spcPts val="2640"/>
              </a:lnSpc>
            </a:pPr>
            <a:r>
              <a:rPr sz="1650" b="0" i="0" u="none">
                <a:solidFill>
                  <a:srgbClr val="334155"/>
                </a:solidFill>
                <a:latin typeface="Times New Roman" panose="02020603050405020304" pitchFamily="18" charset="0"/>
                <a:cs typeface="Times New Roman" panose="02020603050405020304" pitchFamily="18" charset="0"/>
              </a:rPr>
              <a:t>Quản lý toàn diện: Sản phẩm, Thể loại, Hãng.</a:t>
            </a:r>
          </a:p>
        </p:txBody>
      </p:sp>
      <p:pic>
        <p:nvPicPr>
          <p:cNvPr id="8" name="Picture 7" descr="image.png"/>
          <p:cNvPicPr>
            <a:picLocks noChangeAspect="1"/>
          </p:cNvPicPr>
          <p:nvPr/>
        </p:nvPicPr>
        <p:blipFill>
          <a:blip r:embed="rId4"/>
          <a:stretch>
            <a:fillRect/>
          </a:stretch>
        </p:blipFill>
        <p:spPr>
          <a:xfrm>
            <a:off x="762000" y="2952750"/>
            <a:ext cx="266700" cy="276225"/>
          </a:xfrm>
          <a:prstGeom prst="rect">
            <a:avLst/>
          </a:prstGeom>
        </p:spPr>
      </p:pic>
      <p:pic>
        <p:nvPicPr>
          <p:cNvPr id="9" name="Picture 8" descr="image.png"/>
          <p:cNvPicPr>
            <a:picLocks noChangeAspect="1"/>
          </p:cNvPicPr>
          <p:nvPr/>
        </p:nvPicPr>
        <p:blipFill>
          <a:blip r:embed="rId5"/>
          <a:stretch>
            <a:fillRect/>
          </a:stretch>
        </p:blipFill>
        <p:spPr>
          <a:xfrm>
            <a:off x="762000" y="3619500"/>
            <a:ext cx="266700" cy="276225"/>
          </a:xfrm>
          <a:prstGeom prst="rect">
            <a:avLst/>
          </a:prstGeom>
        </p:spPr>
      </p:pic>
      <p:pic>
        <p:nvPicPr>
          <p:cNvPr id="10" name="Picture 9" descr="image.png"/>
          <p:cNvPicPr>
            <a:picLocks noChangeAspect="1"/>
          </p:cNvPicPr>
          <p:nvPr/>
        </p:nvPicPr>
        <p:blipFill>
          <a:blip r:embed="rId6"/>
          <a:stretch>
            <a:fillRect/>
          </a:stretch>
        </p:blipFill>
        <p:spPr>
          <a:xfrm>
            <a:off x="762000" y="4286250"/>
            <a:ext cx="266700" cy="27622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762000" y="2300287"/>
            <a:ext cx="3365450" cy="3200400"/>
          </a:xfrm>
          <a:prstGeom prst="rect">
            <a:avLst/>
          </a:prstGeom>
        </p:spPr>
      </p:pic>
      <p:pic>
        <p:nvPicPr>
          <p:cNvPr id="3" name="Picture 2" descr="image.png"/>
          <p:cNvPicPr>
            <a:picLocks noChangeAspect="1"/>
          </p:cNvPicPr>
          <p:nvPr/>
        </p:nvPicPr>
        <p:blipFill>
          <a:blip r:embed="rId3"/>
          <a:stretch>
            <a:fillRect/>
          </a:stretch>
        </p:blipFill>
        <p:spPr>
          <a:xfrm>
            <a:off x="4413200" y="2300287"/>
            <a:ext cx="3365450" cy="3200400"/>
          </a:xfrm>
          <a:prstGeom prst="rect">
            <a:avLst/>
          </a:prstGeom>
        </p:spPr>
      </p:pic>
      <p:pic>
        <p:nvPicPr>
          <p:cNvPr id="4" name="Picture 3" descr="image.png"/>
          <p:cNvPicPr>
            <a:picLocks noChangeAspect="1"/>
          </p:cNvPicPr>
          <p:nvPr/>
        </p:nvPicPr>
        <p:blipFill>
          <a:blip r:embed="rId4"/>
          <a:stretch>
            <a:fillRect/>
          </a:stretch>
        </p:blipFill>
        <p:spPr>
          <a:xfrm>
            <a:off x="8064400" y="2300287"/>
            <a:ext cx="3365450" cy="3200400"/>
          </a:xfrm>
          <a:prstGeom prst="rect">
            <a:avLst/>
          </a:prstGeom>
        </p:spPr>
      </p:pic>
      <p:sp>
        <p:nvSpPr>
          <p:cNvPr id="5" name="TextBox 4"/>
          <p:cNvSpPr txBox="1"/>
          <p:nvPr/>
        </p:nvSpPr>
        <p:spPr>
          <a:xfrm>
            <a:off x="762000" y="571500"/>
            <a:ext cx="11201400" cy="561975"/>
          </a:xfrm>
          <a:prstGeom prst="rect">
            <a:avLst/>
          </a:prstGeom>
          <a:noFill/>
        </p:spPr>
        <p:txBody>
          <a:bodyPr wrap="square" lIns="0" tIns="0" rIns="0" bIns="0" anchor="t">
            <a:spAutoFit/>
          </a:bodyPr>
          <a:lstStyle/>
          <a:p>
            <a:pPr algn="l"/>
            <a:r>
              <a:rPr sz="3600" b="1" i="0" u="none">
                <a:solidFill>
                  <a:srgbClr val="1E3A8A"/>
                </a:solidFill>
                <a:latin typeface="Inter SemiBold"/>
              </a:rPr>
              <a:t>Đánh Giá: Ưu Điểm</a:t>
            </a:r>
          </a:p>
        </p:txBody>
      </p:sp>
      <p:pic>
        <p:nvPicPr>
          <p:cNvPr id="6" name="Picture 5" descr="image.png"/>
          <p:cNvPicPr>
            <a:picLocks noChangeAspect="1"/>
          </p:cNvPicPr>
          <p:nvPr/>
        </p:nvPicPr>
        <p:blipFill>
          <a:blip r:embed="rId5"/>
          <a:stretch>
            <a:fillRect/>
          </a:stretch>
        </p:blipFill>
        <p:spPr>
          <a:xfrm>
            <a:off x="2068354" y="2728912"/>
            <a:ext cx="752592" cy="762000"/>
          </a:xfrm>
          <a:prstGeom prst="rect">
            <a:avLst/>
          </a:prstGeom>
        </p:spPr>
      </p:pic>
      <p:sp>
        <p:nvSpPr>
          <p:cNvPr id="7" name="TextBox 6"/>
          <p:cNvSpPr txBox="1"/>
          <p:nvPr/>
        </p:nvSpPr>
        <p:spPr>
          <a:xfrm>
            <a:off x="1334512" y="3729037"/>
            <a:ext cx="2220277" cy="323850"/>
          </a:xfrm>
          <a:prstGeom prst="rect">
            <a:avLst/>
          </a:prstGeom>
          <a:noFill/>
        </p:spPr>
        <p:txBody>
          <a:bodyPr wrap="square" lIns="0" tIns="0" rIns="0" bIns="0" anchor="t">
            <a:spAutoFit/>
          </a:bodyPr>
          <a:lstStyle/>
          <a:p>
            <a:pPr algn="ctr"/>
            <a:r>
              <a:rPr sz="2100" b="0" i="0" u="none">
                <a:solidFill>
                  <a:srgbClr val="1E3A8A"/>
                </a:solidFill>
                <a:latin typeface="Times New Roman" panose="02020603050405020304" pitchFamily="18" charset="0"/>
                <a:cs typeface="Times New Roman" panose="02020603050405020304" pitchFamily="18" charset="0"/>
              </a:rPr>
              <a:t>Kiến Trúc Tối Ưu</a:t>
            </a:r>
          </a:p>
        </p:txBody>
      </p:sp>
      <p:sp>
        <p:nvSpPr>
          <p:cNvPr id="8" name="TextBox 7"/>
          <p:cNvSpPr txBox="1"/>
          <p:nvPr/>
        </p:nvSpPr>
        <p:spPr>
          <a:xfrm>
            <a:off x="1057275" y="4195762"/>
            <a:ext cx="2774900" cy="914400"/>
          </a:xfrm>
          <a:prstGeom prst="rect">
            <a:avLst/>
          </a:prstGeom>
          <a:noFill/>
        </p:spPr>
        <p:txBody>
          <a:bodyPr wrap="square" lIns="0" tIns="0" rIns="0" bIns="0" anchor="t">
            <a:spAutoFit/>
          </a:bodyPr>
          <a:lstStyle/>
          <a:p>
            <a:pPr algn="ctr">
              <a:lnSpc>
                <a:spcPts val="2400"/>
              </a:lnSpc>
            </a:pPr>
            <a:r>
              <a:rPr sz="1500" b="0" i="0" u="none">
                <a:solidFill>
                  <a:srgbClr val="334155"/>
                </a:solidFill>
                <a:latin typeface="Times New Roman" panose="02020603050405020304" pitchFamily="18" charset="0"/>
                <a:cs typeface="Times New Roman" panose="02020603050405020304" pitchFamily="18" charset="0"/>
              </a:rPr>
              <a:t>Luồng logic chặt chẽ, dễ tìm kiếm. Giao diện trực quan, thân thiện (Minimalism).</a:t>
            </a:r>
          </a:p>
        </p:txBody>
      </p:sp>
      <p:pic>
        <p:nvPicPr>
          <p:cNvPr id="9" name="Picture 8" descr="image.png"/>
          <p:cNvPicPr>
            <a:picLocks noChangeAspect="1"/>
          </p:cNvPicPr>
          <p:nvPr/>
        </p:nvPicPr>
        <p:blipFill>
          <a:blip r:embed="rId6"/>
          <a:stretch>
            <a:fillRect/>
          </a:stretch>
        </p:blipFill>
        <p:spPr>
          <a:xfrm>
            <a:off x="5719555" y="2728912"/>
            <a:ext cx="752592" cy="762000"/>
          </a:xfrm>
          <a:prstGeom prst="rect">
            <a:avLst/>
          </a:prstGeom>
        </p:spPr>
      </p:pic>
      <p:sp>
        <p:nvSpPr>
          <p:cNvPr id="10" name="TextBox 9"/>
          <p:cNvSpPr txBox="1"/>
          <p:nvPr/>
        </p:nvSpPr>
        <p:spPr>
          <a:xfrm>
            <a:off x="5085724" y="3729037"/>
            <a:ext cx="2020252" cy="323850"/>
          </a:xfrm>
          <a:prstGeom prst="rect">
            <a:avLst/>
          </a:prstGeom>
          <a:noFill/>
        </p:spPr>
        <p:txBody>
          <a:bodyPr wrap="square" lIns="0" tIns="0" rIns="0" bIns="0" anchor="t">
            <a:spAutoFit/>
          </a:bodyPr>
          <a:lstStyle/>
          <a:p>
            <a:pPr algn="ctr"/>
            <a:r>
              <a:rPr sz="2100" b="0" i="0" u="none">
                <a:solidFill>
                  <a:srgbClr val="1E3A8A"/>
                </a:solidFill>
                <a:latin typeface="Times New Roman" panose="02020603050405020304" pitchFamily="18" charset="0"/>
                <a:cs typeface="Times New Roman" panose="02020603050405020304" pitchFamily="18" charset="0"/>
              </a:rPr>
              <a:t>Hiệu Năng Cao</a:t>
            </a:r>
          </a:p>
        </p:txBody>
      </p:sp>
      <p:sp>
        <p:nvSpPr>
          <p:cNvPr id="11" name="TextBox 10"/>
          <p:cNvSpPr txBox="1"/>
          <p:nvPr/>
        </p:nvSpPr>
        <p:spPr>
          <a:xfrm>
            <a:off x="4708475" y="4195762"/>
            <a:ext cx="2774900" cy="583686"/>
          </a:xfrm>
          <a:prstGeom prst="rect">
            <a:avLst/>
          </a:prstGeom>
          <a:noFill/>
        </p:spPr>
        <p:txBody>
          <a:bodyPr wrap="square" lIns="0" tIns="0" rIns="0" bIns="0" anchor="t">
            <a:spAutoFit/>
          </a:bodyPr>
          <a:lstStyle/>
          <a:p>
            <a:pPr algn="ctr">
              <a:lnSpc>
                <a:spcPts val="2400"/>
              </a:lnSpc>
            </a:pPr>
            <a:r>
              <a:rPr sz="1500" b="0" i="0" u="none">
                <a:solidFill>
                  <a:srgbClr val="334155"/>
                </a:solidFill>
                <a:latin typeface="Times New Roman" panose="02020603050405020304" pitchFamily="18" charset="0"/>
                <a:cs typeface="Times New Roman" panose="02020603050405020304" pitchFamily="18" charset="0"/>
              </a:rPr>
              <a:t>Xử lý mượt mà, phản hồi tốt trên nhiều thiết bị (Responsive Design).</a:t>
            </a:r>
          </a:p>
        </p:txBody>
      </p:sp>
      <p:pic>
        <p:nvPicPr>
          <p:cNvPr id="12" name="Picture 11" descr="image.png"/>
          <p:cNvPicPr>
            <a:picLocks noChangeAspect="1"/>
          </p:cNvPicPr>
          <p:nvPr/>
        </p:nvPicPr>
        <p:blipFill>
          <a:blip r:embed="rId7"/>
          <a:stretch>
            <a:fillRect/>
          </a:stretch>
        </p:blipFill>
        <p:spPr>
          <a:xfrm>
            <a:off x="9370755" y="2728912"/>
            <a:ext cx="752592" cy="762000"/>
          </a:xfrm>
          <a:prstGeom prst="rect">
            <a:avLst/>
          </a:prstGeom>
        </p:spPr>
      </p:pic>
      <p:sp>
        <p:nvSpPr>
          <p:cNvPr id="13" name="TextBox 12"/>
          <p:cNvSpPr txBox="1"/>
          <p:nvPr/>
        </p:nvSpPr>
        <p:spPr>
          <a:xfrm>
            <a:off x="8621910" y="3729037"/>
            <a:ext cx="2250281" cy="439293"/>
          </a:xfrm>
          <a:prstGeom prst="rect">
            <a:avLst/>
          </a:prstGeom>
          <a:noFill/>
        </p:spPr>
        <p:txBody>
          <a:bodyPr wrap="square" lIns="0" tIns="0" rIns="0" bIns="0" anchor="t">
            <a:normAutofit/>
          </a:bodyPr>
          <a:lstStyle/>
          <a:p>
            <a:pPr algn="ctr"/>
            <a:r>
              <a:rPr sz="2100" b="0" i="0" u="none">
                <a:solidFill>
                  <a:srgbClr val="1E3A8A"/>
                </a:solidFill>
                <a:latin typeface="Times New Roman" panose="02020603050405020304" pitchFamily="18" charset="0"/>
                <a:cs typeface="Times New Roman" panose="02020603050405020304" pitchFamily="18" charset="0"/>
              </a:rPr>
              <a:t>Tối Ưu Vận Hành</a:t>
            </a:r>
          </a:p>
        </p:txBody>
      </p:sp>
      <p:sp>
        <p:nvSpPr>
          <p:cNvPr id="14" name="TextBox 13"/>
          <p:cNvSpPr txBox="1"/>
          <p:nvPr/>
        </p:nvSpPr>
        <p:spPr>
          <a:xfrm>
            <a:off x="8359675" y="4195762"/>
            <a:ext cx="2774900" cy="583686"/>
          </a:xfrm>
          <a:prstGeom prst="rect">
            <a:avLst/>
          </a:prstGeom>
          <a:noFill/>
        </p:spPr>
        <p:txBody>
          <a:bodyPr wrap="square" lIns="0" tIns="0" rIns="0" bIns="0" anchor="t">
            <a:spAutoFit/>
          </a:bodyPr>
          <a:lstStyle/>
          <a:p>
            <a:pPr algn="ctr">
              <a:lnSpc>
                <a:spcPts val="2400"/>
              </a:lnSpc>
            </a:pPr>
            <a:r>
              <a:rPr sz="1500" b="0" i="0" u="none">
                <a:solidFill>
                  <a:srgbClr val="334155"/>
                </a:solidFill>
                <a:latin typeface="Times New Roman" panose="02020603050405020304" pitchFamily="18" charset="0"/>
                <a:cs typeface="Times New Roman" panose="02020603050405020304" pitchFamily="18" charset="0"/>
              </a:rPr>
              <a:t>Tự động hóa quản lý kho, đơn hàng giúp giảm chi phí và thời gian.</a:t>
            </a:r>
          </a:p>
        </p:txBody>
      </p:sp>
      <p:pic>
        <p:nvPicPr>
          <p:cNvPr id="15" name="Picture 14" descr="image.png"/>
          <p:cNvPicPr>
            <a:picLocks noChangeAspect="1"/>
          </p:cNvPicPr>
          <p:nvPr/>
        </p:nvPicPr>
        <p:blipFill>
          <a:blip r:embed="rId8"/>
          <a:stretch>
            <a:fillRect/>
          </a:stretch>
        </p:blipFill>
        <p:spPr>
          <a:xfrm>
            <a:off x="2278395" y="2957512"/>
            <a:ext cx="332509" cy="304800"/>
          </a:xfrm>
          <a:prstGeom prst="rect">
            <a:avLst/>
          </a:prstGeom>
        </p:spPr>
      </p:pic>
      <p:pic>
        <p:nvPicPr>
          <p:cNvPr id="16" name="Picture 15" descr="image.png"/>
          <p:cNvPicPr>
            <a:picLocks noChangeAspect="1"/>
          </p:cNvPicPr>
          <p:nvPr/>
        </p:nvPicPr>
        <p:blipFill>
          <a:blip r:embed="rId9"/>
          <a:stretch>
            <a:fillRect/>
          </a:stretch>
        </p:blipFill>
        <p:spPr>
          <a:xfrm>
            <a:off x="5966542" y="2957512"/>
            <a:ext cx="258618" cy="304800"/>
          </a:xfrm>
          <a:prstGeom prst="rect">
            <a:avLst/>
          </a:prstGeom>
        </p:spPr>
      </p:pic>
      <p:pic>
        <p:nvPicPr>
          <p:cNvPr id="17" name="Picture 16" descr="image.png"/>
          <p:cNvPicPr>
            <a:picLocks noChangeAspect="1"/>
          </p:cNvPicPr>
          <p:nvPr/>
        </p:nvPicPr>
        <p:blipFill>
          <a:blip r:embed="rId10"/>
          <a:stretch>
            <a:fillRect/>
          </a:stretch>
        </p:blipFill>
        <p:spPr>
          <a:xfrm>
            <a:off x="9599269" y="2957512"/>
            <a:ext cx="295563" cy="3048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762000" y="2300287"/>
            <a:ext cx="3365450" cy="3200400"/>
          </a:xfrm>
          <a:prstGeom prst="rect">
            <a:avLst/>
          </a:prstGeom>
        </p:spPr>
      </p:pic>
      <p:pic>
        <p:nvPicPr>
          <p:cNvPr id="3" name="Picture 2" descr="image.png"/>
          <p:cNvPicPr>
            <a:picLocks noChangeAspect="1"/>
          </p:cNvPicPr>
          <p:nvPr/>
        </p:nvPicPr>
        <p:blipFill>
          <a:blip r:embed="rId3"/>
          <a:stretch>
            <a:fillRect/>
          </a:stretch>
        </p:blipFill>
        <p:spPr>
          <a:xfrm>
            <a:off x="4413200" y="2300287"/>
            <a:ext cx="3365450" cy="3200400"/>
          </a:xfrm>
          <a:prstGeom prst="rect">
            <a:avLst/>
          </a:prstGeom>
        </p:spPr>
      </p:pic>
      <p:pic>
        <p:nvPicPr>
          <p:cNvPr id="4" name="Picture 3" descr="image.png"/>
          <p:cNvPicPr>
            <a:picLocks noChangeAspect="1"/>
          </p:cNvPicPr>
          <p:nvPr/>
        </p:nvPicPr>
        <p:blipFill>
          <a:blip r:embed="rId4"/>
          <a:stretch>
            <a:fillRect/>
          </a:stretch>
        </p:blipFill>
        <p:spPr>
          <a:xfrm>
            <a:off x="8064400" y="2300287"/>
            <a:ext cx="3365450" cy="3200400"/>
          </a:xfrm>
          <a:prstGeom prst="rect">
            <a:avLst/>
          </a:prstGeom>
        </p:spPr>
      </p:pic>
      <p:sp>
        <p:nvSpPr>
          <p:cNvPr id="5" name="TextBox 4"/>
          <p:cNvSpPr txBox="1"/>
          <p:nvPr/>
        </p:nvSpPr>
        <p:spPr>
          <a:xfrm>
            <a:off x="762000" y="571500"/>
            <a:ext cx="11201400" cy="561975"/>
          </a:xfrm>
          <a:prstGeom prst="rect">
            <a:avLst/>
          </a:prstGeom>
          <a:noFill/>
        </p:spPr>
        <p:txBody>
          <a:bodyPr wrap="square" lIns="0" tIns="0" rIns="0" bIns="0" anchor="t">
            <a:spAutoFit/>
          </a:bodyPr>
          <a:lstStyle/>
          <a:p>
            <a:pPr algn="l"/>
            <a:r>
              <a:rPr sz="3600" b="1" i="0" u="none">
                <a:solidFill>
                  <a:srgbClr val="1E3A8A"/>
                </a:solidFill>
                <a:latin typeface="Inter SemiBold"/>
              </a:rPr>
              <a:t>Đánh Giá: Hạn Chế</a:t>
            </a:r>
          </a:p>
        </p:txBody>
      </p:sp>
      <p:pic>
        <p:nvPicPr>
          <p:cNvPr id="6" name="Picture 5" descr="image.png"/>
          <p:cNvPicPr>
            <a:picLocks noChangeAspect="1"/>
          </p:cNvPicPr>
          <p:nvPr/>
        </p:nvPicPr>
        <p:blipFill>
          <a:blip r:embed="rId5"/>
          <a:stretch>
            <a:fillRect/>
          </a:stretch>
        </p:blipFill>
        <p:spPr>
          <a:xfrm>
            <a:off x="2068354" y="2728912"/>
            <a:ext cx="752592" cy="762000"/>
          </a:xfrm>
          <a:prstGeom prst="rect">
            <a:avLst/>
          </a:prstGeom>
        </p:spPr>
      </p:pic>
      <p:sp>
        <p:nvSpPr>
          <p:cNvPr id="7" name="TextBox 6"/>
          <p:cNvSpPr txBox="1"/>
          <p:nvPr/>
        </p:nvSpPr>
        <p:spPr>
          <a:xfrm>
            <a:off x="1149488" y="3729037"/>
            <a:ext cx="2590323" cy="323850"/>
          </a:xfrm>
          <a:prstGeom prst="rect">
            <a:avLst/>
          </a:prstGeom>
          <a:noFill/>
        </p:spPr>
        <p:txBody>
          <a:bodyPr wrap="square" lIns="0" tIns="0" rIns="0" bIns="0" anchor="t">
            <a:spAutoFit/>
          </a:bodyPr>
          <a:lstStyle/>
          <a:p>
            <a:pPr algn="ctr"/>
            <a:r>
              <a:rPr sz="2100" b="0" i="0" u="none">
                <a:solidFill>
                  <a:srgbClr val="1E3A8A"/>
                </a:solidFill>
                <a:latin typeface="Times New Roman" panose="02020603050405020304" pitchFamily="18" charset="0"/>
                <a:cs typeface="Times New Roman" panose="02020603050405020304" pitchFamily="18" charset="0"/>
              </a:rPr>
              <a:t>Khả Năng Mở Rộng</a:t>
            </a:r>
          </a:p>
        </p:txBody>
      </p:sp>
      <p:sp>
        <p:nvSpPr>
          <p:cNvPr id="8" name="TextBox 7"/>
          <p:cNvSpPr txBox="1"/>
          <p:nvPr/>
        </p:nvSpPr>
        <p:spPr>
          <a:xfrm>
            <a:off x="1057275" y="4195762"/>
            <a:ext cx="2774900" cy="583686"/>
          </a:xfrm>
          <a:prstGeom prst="rect">
            <a:avLst/>
          </a:prstGeom>
          <a:noFill/>
        </p:spPr>
        <p:txBody>
          <a:bodyPr wrap="square" lIns="0" tIns="0" rIns="0" bIns="0" anchor="t">
            <a:spAutoFit/>
          </a:bodyPr>
          <a:lstStyle/>
          <a:p>
            <a:pPr algn="ctr">
              <a:lnSpc>
                <a:spcPts val="2400"/>
              </a:lnSpc>
            </a:pPr>
            <a:r>
              <a:rPr sz="1500" b="0" i="0" u="none">
                <a:solidFill>
                  <a:srgbClr val="334155"/>
                </a:solidFill>
                <a:latin typeface="Times New Roman" panose="02020603050405020304" pitchFamily="18" charset="0"/>
                <a:cs typeface="Times New Roman" panose="02020603050405020304" pitchFamily="18" charset="0"/>
              </a:rPr>
              <a:t>Phù hợp quy mô nhỏ. Chưa hỗ trợ chuỗi chi nhánh lớn.</a:t>
            </a:r>
          </a:p>
        </p:txBody>
      </p:sp>
      <p:pic>
        <p:nvPicPr>
          <p:cNvPr id="9" name="Picture 8" descr="image.png"/>
          <p:cNvPicPr>
            <a:picLocks noChangeAspect="1"/>
          </p:cNvPicPr>
          <p:nvPr/>
        </p:nvPicPr>
        <p:blipFill>
          <a:blip r:embed="rId6"/>
          <a:stretch>
            <a:fillRect/>
          </a:stretch>
        </p:blipFill>
        <p:spPr>
          <a:xfrm>
            <a:off x="5719555" y="2728912"/>
            <a:ext cx="752592" cy="762000"/>
          </a:xfrm>
          <a:prstGeom prst="rect">
            <a:avLst/>
          </a:prstGeom>
        </p:spPr>
      </p:pic>
      <p:sp>
        <p:nvSpPr>
          <p:cNvPr id="10" name="TextBox 9"/>
          <p:cNvSpPr txBox="1"/>
          <p:nvPr/>
        </p:nvSpPr>
        <p:spPr>
          <a:xfrm>
            <a:off x="5030718" y="3729037"/>
            <a:ext cx="2130266" cy="323850"/>
          </a:xfrm>
          <a:prstGeom prst="rect">
            <a:avLst/>
          </a:prstGeom>
          <a:noFill/>
        </p:spPr>
        <p:txBody>
          <a:bodyPr wrap="square" lIns="0" tIns="0" rIns="0" bIns="0" anchor="t">
            <a:spAutoFit/>
          </a:bodyPr>
          <a:lstStyle/>
          <a:p>
            <a:pPr algn="ctr"/>
            <a:r>
              <a:rPr sz="2100" b="0" i="0" u="none">
                <a:solidFill>
                  <a:srgbClr val="1E3A8A"/>
                </a:solidFill>
                <a:latin typeface="Times New Roman" panose="02020603050405020304" pitchFamily="18" charset="0"/>
                <a:cs typeface="Times New Roman" panose="02020603050405020304" pitchFamily="18" charset="0"/>
              </a:rPr>
              <a:t>Bảo Mật Cơ Bản</a:t>
            </a:r>
          </a:p>
        </p:txBody>
      </p:sp>
      <p:sp>
        <p:nvSpPr>
          <p:cNvPr id="11" name="TextBox 10"/>
          <p:cNvSpPr txBox="1"/>
          <p:nvPr/>
        </p:nvSpPr>
        <p:spPr>
          <a:xfrm>
            <a:off x="4708475" y="4195762"/>
            <a:ext cx="2774900" cy="583686"/>
          </a:xfrm>
          <a:prstGeom prst="rect">
            <a:avLst/>
          </a:prstGeom>
          <a:noFill/>
        </p:spPr>
        <p:txBody>
          <a:bodyPr wrap="square" lIns="0" tIns="0" rIns="0" bIns="0" anchor="t">
            <a:spAutoFit/>
          </a:bodyPr>
          <a:lstStyle/>
          <a:p>
            <a:pPr algn="ctr">
              <a:lnSpc>
                <a:spcPts val="2400"/>
              </a:lnSpc>
            </a:pPr>
            <a:r>
              <a:rPr sz="1500" b="0" i="0" u="none">
                <a:solidFill>
                  <a:srgbClr val="334155"/>
                </a:solidFill>
                <a:latin typeface="Times New Roman" panose="02020603050405020304" pitchFamily="18" charset="0"/>
                <a:cs typeface="Times New Roman" panose="02020603050405020304" pitchFamily="18" charset="0"/>
              </a:rPr>
              <a:t>Cần nâng cấp mã hóa dữ liệu cao cấp hơn cho vận hành thực tế.</a:t>
            </a:r>
          </a:p>
        </p:txBody>
      </p:sp>
      <p:pic>
        <p:nvPicPr>
          <p:cNvPr id="12" name="Picture 11" descr="image.png"/>
          <p:cNvPicPr>
            <a:picLocks noChangeAspect="1"/>
          </p:cNvPicPr>
          <p:nvPr/>
        </p:nvPicPr>
        <p:blipFill>
          <a:blip r:embed="rId7"/>
          <a:stretch>
            <a:fillRect/>
          </a:stretch>
        </p:blipFill>
        <p:spPr>
          <a:xfrm>
            <a:off x="9370755" y="2728912"/>
            <a:ext cx="752592" cy="762000"/>
          </a:xfrm>
          <a:prstGeom prst="rect">
            <a:avLst/>
          </a:prstGeom>
        </p:spPr>
      </p:pic>
      <p:sp>
        <p:nvSpPr>
          <p:cNvPr id="13" name="TextBox 12"/>
          <p:cNvSpPr txBox="1"/>
          <p:nvPr/>
        </p:nvSpPr>
        <p:spPr>
          <a:xfrm>
            <a:off x="8606909" y="3729037"/>
            <a:ext cx="2280285" cy="323850"/>
          </a:xfrm>
          <a:prstGeom prst="rect">
            <a:avLst/>
          </a:prstGeom>
          <a:noFill/>
        </p:spPr>
        <p:txBody>
          <a:bodyPr wrap="square" lIns="0" tIns="0" rIns="0" bIns="0" anchor="t">
            <a:spAutoFit/>
          </a:bodyPr>
          <a:lstStyle/>
          <a:p>
            <a:pPr algn="ctr"/>
            <a:r>
              <a:rPr sz="2100" b="0" i="0" u="none">
                <a:solidFill>
                  <a:srgbClr val="1E3A8A"/>
                </a:solidFill>
                <a:latin typeface="Times New Roman" panose="02020603050405020304" pitchFamily="18" charset="0"/>
                <a:cs typeface="Times New Roman" panose="02020603050405020304" pitchFamily="18" charset="0"/>
              </a:rPr>
              <a:t>Thiếu Thông Báo</a:t>
            </a:r>
          </a:p>
        </p:txBody>
      </p:sp>
      <p:sp>
        <p:nvSpPr>
          <p:cNvPr id="14" name="TextBox 13"/>
          <p:cNvSpPr txBox="1"/>
          <p:nvPr/>
        </p:nvSpPr>
        <p:spPr>
          <a:xfrm>
            <a:off x="8359675" y="4195762"/>
            <a:ext cx="2774900" cy="583686"/>
          </a:xfrm>
          <a:prstGeom prst="rect">
            <a:avLst/>
          </a:prstGeom>
          <a:noFill/>
        </p:spPr>
        <p:txBody>
          <a:bodyPr wrap="square" lIns="0" tIns="0" rIns="0" bIns="0" anchor="t">
            <a:spAutoFit/>
          </a:bodyPr>
          <a:lstStyle/>
          <a:p>
            <a:pPr algn="ctr">
              <a:lnSpc>
                <a:spcPts val="2400"/>
              </a:lnSpc>
            </a:pPr>
            <a:r>
              <a:rPr sz="1500" b="0" i="0" u="none">
                <a:solidFill>
                  <a:srgbClr val="334155"/>
                </a:solidFill>
                <a:latin typeface="Times New Roman" panose="02020603050405020304" pitchFamily="18" charset="0"/>
                <a:cs typeface="Times New Roman" panose="02020603050405020304" pitchFamily="18" charset="0"/>
              </a:rPr>
              <a:t>Chưa có Real-time Notification khi có đơn hàng hoặc tương tác mới.</a:t>
            </a:r>
          </a:p>
        </p:txBody>
      </p:sp>
      <p:pic>
        <p:nvPicPr>
          <p:cNvPr id="15" name="Picture 14" descr="image.png"/>
          <p:cNvPicPr>
            <a:picLocks noChangeAspect="1"/>
          </p:cNvPicPr>
          <p:nvPr/>
        </p:nvPicPr>
        <p:blipFill>
          <a:blip r:embed="rId8"/>
          <a:stretch>
            <a:fillRect/>
          </a:stretch>
        </p:blipFill>
        <p:spPr>
          <a:xfrm>
            <a:off x="2315341" y="2957512"/>
            <a:ext cx="258618" cy="304800"/>
          </a:xfrm>
          <a:prstGeom prst="rect">
            <a:avLst/>
          </a:prstGeom>
        </p:spPr>
      </p:pic>
      <p:pic>
        <p:nvPicPr>
          <p:cNvPr id="16" name="Picture 15" descr="image.png"/>
          <p:cNvPicPr>
            <a:picLocks noChangeAspect="1"/>
          </p:cNvPicPr>
          <p:nvPr/>
        </p:nvPicPr>
        <p:blipFill>
          <a:blip r:embed="rId9"/>
          <a:stretch>
            <a:fillRect/>
          </a:stretch>
        </p:blipFill>
        <p:spPr>
          <a:xfrm>
            <a:off x="5966542" y="2957512"/>
            <a:ext cx="258618" cy="304800"/>
          </a:xfrm>
          <a:prstGeom prst="rect">
            <a:avLst/>
          </a:prstGeom>
        </p:spPr>
      </p:pic>
      <p:pic>
        <p:nvPicPr>
          <p:cNvPr id="17" name="Picture 16" descr="image.png"/>
          <p:cNvPicPr>
            <a:picLocks noChangeAspect="1"/>
          </p:cNvPicPr>
          <p:nvPr/>
        </p:nvPicPr>
        <p:blipFill>
          <a:blip r:embed="rId10"/>
          <a:stretch>
            <a:fillRect/>
          </a:stretch>
        </p:blipFill>
        <p:spPr>
          <a:xfrm>
            <a:off x="9562324" y="2957512"/>
            <a:ext cx="369454" cy="3048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762000" y="2157412"/>
            <a:ext cx="3365450" cy="3486150"/>
          </a:xfrm>
          <a:prstGeom prst="rect">
            <a:avLst/>
          </a:prstGeom>
        </p:spPr>
      </p:pic>
      <p:pic>
        <p:nvPicPr>
          <p:cNvPr id="3" name="Picture 2" descr="image.png"/>
          <p:cNvPicPr>
            <a:picLocks noChangeAspect="1"/>
          </p:cNvPicPr>
          <p:nvPr/>
        </p:nvPicPr>
        <p:blipFill>
          <a:blip r:embed="rId3"/>
          <a:stretch>
            <a:fillRect/>
          </a:stretch>
        </p:blipFill>
        <p:spPr>
          <a:xfrm>
            <a:off x="4413200" y="2157412"/>
            <a:ext cx="3365450" cy="3486150"/>
          </a:xfrm>
          <a:prstGeom prst="rect">
            <a:avLst/>
          </a:prstGeom>
        </p:spPr>
      </p:pic>
      <p:pic>
        <p:nvPicPr>
          <p:cNvPr id="4" name="Picture 3" descr="image.png"/>
          <p:cNvPicPr>
            <a:picLocks noChangeAspect="1"/>
          </p:cNvPicPr>
          <p:nvPr/>
        </p:nvPicPr>
        <p:blipFill>
          <a:blip r:embed="rId4"/>
          <a:stretch>
            <a:fillRect/>
          </a:stretch>
        </p:blipFill>
        <p:spPr>
          <a:xfrm>
            <a:off x="8064400" y="2157412"/>
            <a:ext cx="3365450" cy="3486150"/>
          </a:xfrm>
          <a:prstGeom prst="rect">
            <a:avLst/>
          </a:prstGeom>
        </p:spPr>
      </p:pic>
      <p:sp>
        <p:nvSpPr>
          <p:cNvPr id="5" name="TextBox 4"/>
          <p:cNvSpPr txBox="1"/>
          <p:nvPr/>
        </p:nvSpPr>
        <p:spPr>
          <a:xfrm>
            <a:off x="762000" y="571500"/>
            <a:ext cx="11201400" cy="561975"/>
          </a:xfrm>
          <a:prstGeom prst="rect">
            <a:avLst/>
          </a:prstGeom>
          <a:noFill/>
        </p:spPr>
        <p:txBody>
          <a:bodyPr wrap="square" lIns="0" tIns="0" rIns="0" bIns="0" anchor="t">
            <a:spAutoFit/>
          </a:bodyPr>
          <a:lstStyle/>
          <a:p>
            <a:pPr algn="l"/>
            <a:r>
              <a:rPr sz="3600" b="1" i="0" u="none">
                <a:solidFill>
                  <a:srgbClr val="1E3A8A"/>
                </a:solidFill>
                <a:latin typeface="Inter SemiBold"/>
              </a:rPr>
              <a:t>Hướng Phát Triển Tương Lai</a:t>
            </a:r>
          </a:p>
        </p:txBody>
      </p:sp>
      <p:pic>
        <p:nvPicPr>
          <p:cNvPr id="6" name="Picture 5" descr="image.png"/>
          <p:cNvPicPr>
            <a:picLocks noChangeAspect="1"/>
          </p:cNvPicPr>
          <p:nvPr/>
        </p:nvPicPr>
        <p:blipFill>
          <a:blip r:embed="rId5"/>
          <a:stretch>
            <a:fillRect/>
          </a:stretch>
        </p:blipFill>
        <p:spPr>
          <a:xfrm>
            <a:off x="2068354" y="2547937"/>
            <a:ext cx="752592" cy="762000"/>
          </a:xfrm>
          <a:prstGeom prst="rect">
            <a:avLst/>
          </a:prstGeom>
        </p:spPr>
      </p:pic>
      <p:sp>
        <p:nvSpPr>
          <p:cNvPr id="7" name="TextBox 6"/>
          <p:cNvSpPr txBox="1"/>
          <p:nvPr/>
        </p:nvSpPr>
        <p:spPr>
          <a:xfrm>
            <a:off x="1254502" y="3548062"/>
            <a:ext cx="2380297" cy="323850"/>
          </a:xfrm>
          <a:prstGeom prst="rect">
            <a:avLst/>
          </a:prstGeom>
          <a:noFill/>
        </p:spPr>
        <p:txBody>
          <a:bodyPr wrap="square" lIns="0" tIns="0" rIns="0" bIns="0" anchor="t">
            <a:spAutoFit/>
          </a:bodyPr>
          <a:lstStyle/>
          <a:p>
            <a:pPr algn="ctr"/>
            <a:r>
              <a:rPr sz="2100" b="0" i="0" u="none">
                <a:solidFill>
                  <a:srgbClr val="1E3A8A"/>
                </a:solidFill>
                <a:latin typeface="Times New Roman" panose="02020603050405020304" pitchFamily="18" charset="0"/>
                <a:cs typeface="Times New Roman" panose="02020603050405020304" pitchFamily="18" charset="0"/>
              </a:rPr>
              <a:t>Real-time System</a:t>
            </a:r>
          </a:p>
        </p:txBody>
      </p:sp>
      <p:sp>
        <p:nvSpPr>
          <p:cNvPr id="8" name="TextBox 7"/>
          <p:cNvSpPr txBox="1"/>
          <p:nvPr/>
        </p:nvSpPr>
        <p:spPr>
          <a:xfrm>
            <a:off x="1057275" y="4014787"/>
            <a:ext cx="2774900" cy="583686"/>
          </a:xfrm>
          <a:prstGeom prst="rect">
            <a:avLst/>
          </a:prstGeom>
          <a:noFill/>
        </p:spPr>
        <p:txBody>
          <a:bodyPr wrap="square" lIns="0" tIns="0" rIns="0" bIns="0" anchor="t">
            <a:spAutoFit/>
          </a:bodyPr>
          <a:lstStyle/>
          <a:p>
            <a:pPr algn="ctr">
              <a:lnSpc>
                <a:spcPts val="2400"/>
              </a:lnSpc>
            </a:pPr>
            <a:r>
              <a:rPr sz="1500" b="0" i="0" u="none">
                <a:solidFill>
                  <a:srgbClr val="334155"/>
                </a:solidFill>
                <a:latin typeface="Times New Roman" panose="02020603050405020304" pitchFamily="18" charset="0"/>
                <a:cs typeface="Times New Roman" panose="02020603050405020304" pitchFamily="18" charset="0"/>
              </a:rPr>
              <a:t>Tích hợp SignalR cập nhật trạng thái đơn hàng ngay lập tức.</a:t>
            </a:r>
          </a:p>
        </p:txBody>
      </p:sp>
      <p:pic>
        <p:nvPicPr>
          <p:cNvPr id="9" name="Picture 8" descr="image.png"/>
          <p:cNvPicPr>
            <a:picLocks noChangeAspect="1"/>
          </p:cNvPicPr>
          <p:nvPr/>
        </p:nvPicPr>
        <p:blipFill>
          <a:blip r:embed="rId6"/>
          <a:stretch>
            <a:fillRect/>
          </a:stretch>
        </p:blipFill>
        <p:spPr>
          <a:xfrm>
            <a:off x="5719555" y="2547937"/>
            <a:ext cx="752592" cy="762000"/>
          </a:xfrm>
          <a:prstGeom prst="rect">
            <a:avLst/>
          </a:prstGeom>
        </p:spPr>
      </p:pic>
      <p:sp>
        <p:nvSpPr>
          <p:cNvPr id="10" name="TextBox 9"/>
          <p:cNvSpPr txBox="1"/>
          <p:nvPr/>
        </p:nvSpPr>
        <p:spPr>
          <a:xfrm>
            <a:off x="4895701" y="3548062"/>
            <a:ext cx="2400300" cy="323850"/>
          </a:xfrm>
          <a:prstGeom prst="rect">
            <a:avLst/>
          </a:prstGeom>
          <a:noFill/>
        </p:spPr>
        <p:txBody>
          <a:bodyPr wrap="square" lIns="0" tIns="0" rIns="0" bIns="0" anchor="t">
            <a:spAutoFit/>
          </a:bodyPr>
          <a:lstStyle/>
          <a:p>
            <a:pPr algn="ctr"/>
            <a:r>
              <a:rPr sz="2100" b="0" i="0" u="none">
                <a:solidFill>
                  <a:srgbClr val="1E3A8A"/>
                </a:solidFill>
                <a:latin typeface="Times New Roman" panose="02020603050405020304" pitchFamily="18" charset="0"/>
                <a:cs typeface="Times New Roman" panose="02020603050405020304" pitchFamily="18" charset="0"/>
              </a:rPr>
              <a:t>Gợi Ý Thông Minh</a:t>
            </a:r>
          </a:p>
        </p:txBody>
      </p:sp>
      <p:sp>
        <p:nvSpPr>
          <p:cNvPr id="11" name="TextBox 10"/>
          <p:cNvSpPr txBox="1"/>
          <p:nvPr/>
        </p:nvSpPr>
        <p:spPr>
          <a:xfrm>
            <a:off x="4708475" y="4014787"/>
            <a:ext cx="2774900" cy="583686"/>
          </a:xfrm>
          <a:prstGeom prst="rect">
            <a:avLst/>
          </a:prstGeom>
          <a:noFill/>
        </p:spPr>
        <p:txBody>
          <a:bodyPr wrap="square" lIns="0" tIns="0" rIns="0" bIns="0" anchor="t">
            <a:spAutoFit/>
          </a:bodyPr>
          <a:lstStyle/>
          <a:p>
            <a:pPr algn="ctr">
              <a:lnSpc>
                <a:spcPts val="2400"/>
              </a:lnSpc>
            </a:pPr>
            <a:r>
              <a:rPr sz="1500" b="0" i="0" u="none">
                <a:solidFill>
                  <a:srgbClr val="334155"/>
                </a:solidFill>
                <a:latin typeface="Times New Roman" panose="02020603050405020304" pitchFamily="18" charset="0"/>
                <a:cs typeface="Times New Roman" panose="02020603050405020304" pitchFamily="18" charset="0"/>
              </a:rPr>
              <a:t>Tự động nhận diện và gợi ý khởi tạo hồ sơ, sản phẩm phù hợp.</a:t>
            </a:r>
          </a:p>
        </p:txBody>
      </p:sp>
      <p:pic>
        <p:nvPicPr>
          <p:cNvPr id="12" name="Picture 11" descr="image.png"/>
          <p:cNvPicPr>
            <a:picLocks noChangeAspect="1"/>
          </p:cNvPicPr>
          <p:nvPr/>
        </p:nvPicPr>
        <p:blipFill>
          <a:blip r:embed="rId7"/>
          <a:stretch>
            <a:fillRect/>
          </a:stretch>
        </p:blipFill>
        <p:spPr>
          <a:xfrm>
            <a:off x="9370755" y="2547937"/>
            <a:ext cx="752592" cy="762000"/>
          </a:xfrm>
          <a:prstGeom prst="rect">
            <a:avLst/>
          </a:prstGeom>
        </p:spPr>
      </p:pic>
      <p:sp>
        <p:nvSpPr>
          <p:cNvPr id="13" name="TextBox 12"/>
          <p:cNvSpPr txBox="1"/>
          <p:nvPr/>
        </p:nvSpPr>
        <p:spPr>
          <a:xfrm>
            <a:off x="8290303" y="3548062"/>
            <a:ext cx="2913645" cy="323165"/>
          </a:xfrm>
          <a:prstGeom prst="rect">
            <a:avLst/>
          </a:prstGeom>
          <a:noFill/>
        </p:spPr>
        <p:txBody>
          <a:bodyPr wrap="square" lIns="0" tIns="0" rIns="0" bIns="0" anchor="t">
            <a:spAutoFit/>
          </a:bodyPr>
          <a:lstStyle/>
          <a:p>
            <a:pPr algn="ctr"/>
            <a:r>
              <a:rPr sz="2100" b="0" i="0" u="none">
                <a:solidFill>
                  <a:srgbClr val="1E3A8A"/>
                </a:solidFill>
                <a:latin typeface="Times New Roman" panose="02020603050405020304" pitchFamily="18" charset="0"/>
                <a:cs typeface="Times New Roman" panose="02020603050405020304" pitchFamily="18" charset="0"/>
              </a:rPr>
              <a:t>AI Chatbot &amp; Live Chat</a:t>
            </a:r>
          </a:p>
        </p:txBody>
      </p:sp>
      <p:sp>
        <p:nvSpPr>
          <p:cNvPr id="14" name="TextBox 13"/>
          <p:cNvSpPr txBox="1"/>
          <p:nvPr/>
        </p:nvSpPr>
        <p:spPr>
          <a:xfrm>
            <a:off x="8359601" y="4012535"/>
            <a:ext cx="2774900" cy="583686"/>
          </a:xfrm>
          <a:prstGeom prst="rect">
            <a:avLst/>
          </a:prstGeom>
          <a:noFill/>
        </p:spPr>
        <p:txBody>
          <a:bodyPr wrap="square" lIns="0" tIns="0" rIns="0" bIns="0" anchor="t">
            <a:spAutoFit/>
          </a:bodyPr>
          <a:lstStyle/>
          <a:p>
            <a:pPr algn="ctr">
              <a:lnSpc>
                <a:spcPts val="2400"/>
              </a:lnSpc>
            </a:pPr>
            <a:r>
              <a:rPr sz="1500" b="0" i="0" u="none">
                <a:solidFill>
                  <a:srgbClr val="334155"/>
                </a:solidFill>
                <a:latin typeface="Times New Roman" panose="02020603050405020304" pitchFamily="18" charset="0"/>
                <a:cs typeface="Times New Roman" panose="02020603050405020304" pitchFamily="18" charset="0"/>
              </a:rPr>
              <a:t>Hỗ trợ tương tác 24/7, tự động giải đáp các câu hỏi thường gặp.</a:t>
            </a:r>
          </a:p>
        </p:txBody>
      </p:sp>
      <p:pic>
        <p:nvPicPr>
          <p:cNvPr id="15" name="Picture 14" descr="image.png"/>
          <p:cNvPicPr>
            <a:picLocks noChangeAspect="1"/>
          </p:cNvPicPr>
          <p:nvPr/>
        </p:nvPicPr>
        <p:blipFill>
          <a:blip r:embed="rId8"/>
          <a:stretch>
            <a:fillRect/>
          </a:stretch>
        </p:blipFill>
        <p:spPr>
          <a:xfrm>
            <a:off x="2278395" y="2776537"/>
            <a:ext cx="332509" cy="304800"/>
          </a:xfrm>
          <a:prstGeom prst="rect">
            <a:avLst/>
          </a:prstGeom>
        </p:spPr>
      </p:pic>
      <p:pic>
        <p:nvPicPr>
          <p:cNvPr id="16" name="Picture 15" descr="image.png"/>
          <p:cNvPicPr>
            <a:picLocks noChangeAspect="1"/>
          </p:cNvPicPr>
          <p:nvPr/>
        </p:nvPicPr>
        <p:blipFill>
          <a:blip r:embed="rId9"/>
          <a:stretch>
            <a:fillRect/>
          </a:stretch>
        </p:blipFill>
        <p:spPr>
          <a:xfrm>
            <a:off x="5929596" y="2776537"/>
            <a:ext cx="332509" cy="304800"/>
          </a:xfrm>
          <a:prstGeom prst="rect">
            <a:avLst/>
          </a:prstGeom>
        </p:spPr>
      </p:pic>
      <p:pic>
        <p:nvPicPr>
          <p:cNvPr id="17" name="Picture 16" descr="image.png"/>
          <p:cNvPicPr>
            <a:picLocks noChangeAspect="1"/>
          </p:cNvPicPr>
          <p:nvPr/>
        </p:nvPicPr>
        <p:blipFill>
          <a:blip r:embed="rId10"/>
          <a:stretch>
            <a:fillRect/>
          </a:stretch>
        </p:blipFill>
        <p:spPr>
          <a:xfrm>
            <a:off x="9562324" y="2776537"/>
            <a:ext cx="369454" cy="3048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p:cNvSpPr txBox="1"/>
          <p:nvPr/>
        </p:nvSpPr>
        <p:spPr>
          <a:xfrm>
            <a:off x="762000" y="533400"/>
            <a:ext cx="11201400" cy="561975"/>
          </a:xfrm>
          <a:prstGeom prst="rect">
            <a:avLst/>
          </a:prstGeom>
          <a:noFill/>
        </p:spPr>
        <p:txBody>
          <a:bodyPr wrap="square" lIns="0" tIns="0" rIns="0" bIns="0" anchor="t">
            <a:spAutoFit/>
          </a:bodyPr>
          <a:lstStyle/>
          <a:p>
            <a:pPr algn="l"/>
            <a:r>
              <a:rPr lang="vi-VN" sz="3600" b="1" i="0" u="none">
                <a:solidFill>
                  <a:srgbClr val="1E3A8A"/>
                </a:solidFill>
                <a:latin typeface="Inter SemiBold"/>
              </a:rPr>
              <a:t>Tài liệu tham khảo</a:t>
            </a:r>
          </a:p>
        </p:txBody>
      </p:sp>
      <p:graphicFrame>
        <p:nvGraphicFramePr>
          <p:cNvPr id="8" name="References">
            <a:extLst>
              <a:ext uri="{FF2B5EF4-FFF2-40B4-BE49-F238E27FC236}">
                <a16:creationId xmlns:a16="http://schemas.microsoft.com/office/drawing/2014/main" id="{0A1BB184-3C3D-23A1-6E51-A129F25C25AB}"/>
              </a:ext>
            </a:extLst>
          </p:cNvPr>
          <p:cNvGraphicFramePr/>
          <p:nvPr>
            <p:extLst>
              <p:ext uri="{D42A27DB-BD31-4B8C-83A1-F6EECF244321}">
                <p14:modId xmlns:p14="http://schemas.microsoft.com/office/powerpoint/2010/main" val="3745232651"/>
              </p:ext>
            </p:extLst>
          </p:nvPr>
        </p:nvGraphicFramePr>
        <p:xfrm>
          <a:off x="762000" y="1414463"/>
          <a:ext cx="11201400" cy="4114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987773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4DD74B3-F162-CFA3-499D-06E96F496611}"/>
              </a:ext>
            </a:extLst>
          </p:cNvPr>
          <p:cNvSpPr txBox="1"/>
          <p:nvPr/>
        </p:nvSpPr>
        <p:spPr>
          <a:xfrm>
            <a:off x="762000" y="571500"/>
            <a:ext cx="11201400" cy="561975"/>
          </a:xfrm>
          <a:prstGeom prst="rect">
            <a:avLst/>
          </a:prstGeom>
          <a:noFill/>
        </p:spPr>
        <p:txBody>
          <a:bodyPr wrap="square" lIns="0" tIns="0" rIns="0" bIns="0" anchor="t">
            <a:spAutoFit/>
          </a:bodyPr>
          <a:lstStyle/>
          <a:p>
            <a:pPr algn="l"/>
            <a:r>
              <a:rPr lang="vi-VN" sz="3600" b="1" i="0" u="none">
                <a:solidFill>
                  <a:srgbClr val="1E3A8A"/>
                </a:solidFill>
                <a:latin typeface="Inter SemiBold"/>
              </a:rPr>
              <a:t>Phụ lục</a:t>
            </a:r>
            <a:endParaRPr sz="3600" b="1" i="0" u="none">
              <a:solidFill>
                <a:srgbClr val="1E3A8A"/>
              </a:solidFill>
              <a:latin typeface="Inter SemiBold"/>
            </a:endParaRPr>
          </a:p>
        </p:txBody>
      </p:sp>
      <p:sp>
        <p:nvSpPr>
          <p:cNvPr id="5" name="TextBox 4">
            <a:extLst>
              <a:ext uri="{FF2B5EF4-FFF2-40B4-BE49-F238E27FC236}">
                <a16:creationId xmlns:a16="http://schemas.microsoft.com/office/drawing/2014/main" id="{CF30FFEA-5079-EEDC-B560-C413E1DD447D}"/>
              </a:ext>
            </a:extLst>
          </p:cNvPr>
          <p:cNvSpPr txBox="1"/>
          <p:nvPr/>
        </p:nvSpPr>
        <p:spPr>
          <a:xfrm>
            <a:off x="762000" y="2265036"/>
            <a:ext cx="11201400" cy="369332"/>
          </a:xfrm>
          <a:prstGeom prst="rect">
            <a:avLst/>
          </a:prstGeom>
          <a:noFill/>
        </p:spPr>
        <p:txBody>
          <a:bodyPr wrap="square">
            <a:spAutoFit/>
          </a:bodyPr>
          <a:lstStyle/>
          <a:p>
            <a:r>
              <a:rPr lang="en-US" u="sng">
                <a:latin typeface="Times New Roman" panose="02020603050405020304" pitchFamily="18" charset="0"/>
                <a:cs typeface="Times New Roman" panose="02020603050405020304" pitchFamily="18" charset="0"/>
                <a:hlinkClick r:id="rId2"/>
              </a:rPr>
              <a:t>https://github.com/danhtnt020893/ASPNET-DK25TTC2-TRANGNGUYENTHANHDANH-BANLAPTOP</a:t>
            </a:r>
            <a:endParaRPr lang="en-US">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FC351497-1A55-4647-6761-AA666CA103F7}"/>
              </a:ext>
            </a:extLst>
          </p:cNvPr>
          <p:cNvPicPr>
            <a:picLocks noChangeAspect="1"/>
          </p:cNvPicPr>
          <p:nvPr/>
        </p:nvPicPr>
        <p:blipFill>
          <a:blip r:embed="rId3"/>
          <a:stretch>
            <a:fillRect/>
          </a:stretch>
        </p:blipFill>
        <p:spPr>
          <a:xfrm>
            <a:off x="4820264" y="3138565"/>
            <a:ext cx="2288459" cy="2256378"/>
          </a:xfrm>
          <a:prstGeom prst="rect">
            <a:avLst/>
          </a:prstGeom>
        </p:spPr>
      </p:pic>
    </p:spTree>
    <p:extLst>
      <p:ext uri="{BB962C8B-B14F-4D97-AF65-F5344CB8AC3E}">
        <p14:creationId xmlns:p14="http://schemas.microsoft.com/office/powerpoint/2010/main" val="6511035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53CB24D-A7B1-A389-D985-DD91CE16D34A}"/>
            </a:ext>
          </a:extLst>
        </p:cNvPr>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F837543A-6020-4505-A233-C9DB4BF740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129AC5A6-4843-D598-8615-38435D8D4AC8}"/>
              </a:ext>
            </a:extLst>
          </p:cNvPr>
          <p:cNvSpPr txBox="1"/>
          <p:nvPr/>
        </p:nvSpPr>
        <p:spPr>
          <a:xfrm>
            <a:off x="838200" y="365125"/>
            <a:ext cx="5558489" cy="1325563"/>
          </a:xfrm>
          <a:prstGeom prst="rect">
            <a:avLst/>
          </a:prstGeom>
        </p:spPr>
        <p:txBody>
          <a:bodyPr vert="horz" lIns="91440" tIns="45720" rIns="91440" bIns="45720" rtlCol="0" anchor="ctr">
            <a:normAutofit/>
          </a:bodyPr>
          <a:lstStyle/>
          <a:p>
            <a:pPr defTabSz="914400">
              <a:lnSpc>
                <a:spcPct val="90000"/>
              </a:lnSpc>
              <a:spcBef>
                <a:spcPct val="0"/>
              </a:spcBef>
              <a:spcAft>
                <a:spcPts val="600"/>
              </a:spcAft>
            </a:pPr>
            <a:r>
              <a:rPr lang="en-US" sz="3600" b="1" i="0" u="none" kern="1200">
                <a:solidFill>
                  <a:srgbClr val="1E3A8A"/>
                </a:solidFill>
                <a:latin typeface="Inter SemiBold"/>
                <a:ea typeface="+mj-ea"/>
                <a:cs typeface="+mj-cs"/>
              </a:rPr>
              <a:t>Lời cám ơn</a:t>
            </a:r>
          </a:p>
        </p:txBody>
      </p:sp>
      <p:sp>
        <p:nvSpPr>
          <p:cNvPr id="30" name="Freeform: Shape 29">
            <a:extLst>
              <a:ext uri="{FF2B5EF4-FFF2-40B4-BE49-F238E27FC236}">
                <a16:creationId xmlns:a16="http://schemas.microsoft.com/office/drawing/2014/main" id="{35B16301-FB18-48BA-A6DD-C37CAF6F9A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 name="TextBox 5"/>
          <p:cNvSpPr txBox="1"/>
          <p:nvPr/>
        </p:nvSpPr>
        <p:spPr>
          <a:xfrm>
            <a:off x="838200" y="1825625"/>
            <a:ext cx="5558489" cy="4351338"/>
          </a:xfrm>
          <a:prstGeom prst="rect">
            <a:avLst/>
          </a:prstGeom>
        </p:spPr>
        <p:txBody>
          <a:bodyPr vert="horz" lIns="91440" tIns="45720" rIns="91440" bIns="45720" rtlCol="0">
            <a:normAutofit/>
          </a:bodyPr>
          <a:lstStyle/>
          <a:p>
            <a:pPr indent="-228600" defTabSz="914400">
              <a:lnSpc>
                <a:spcPct val="90000"/>
              </a:lnSpc>
              <a:spcAft>
                <a:spcPts val="1400"/>
              </a:spcAft>
              <a:buFont typeface="Arial" panose="020B0604020202020204" pitchFamily="34" charset="0"/>
              <a:buChar char="•"/>
            </a:pPr>
            <a:r>
              <a:rPr lang="en-US" sz="1650" b="0" i="0" u="none">
                <a:solidFill>
                  <a:srgbClr val="334155"/>
                </a:solidFill>
                <a:latin typeface="Times New Roman" panose="02020603050405020304" pitchFamily="18" charset="0"/>
                <a:cs typeface="Times New Roman" panose="02020603050405020304" pitchFamily="18" charset="0"/>
              </a:rPr>
              <a:t>Em xin gửi lời cảm ơn sâu sắc nhất đến thầy TS. Nguyễn Nhứt Lam đã luôn sát cánh, tận tình hướng dẫn em trong suốt quá trình thực hiện đồ án.</a:t>
            </a:r>
            <a:endParaRPr lang="vi-VN" sz="1650" b="0" i="0" u="none">
              <a:solidFill>
                <a:srgbClr val="334155"/>
              </a:solidFill>
              <a:latin typeface="Times New Roman" panose="02020603050405020304" pitchFamily="18" charset="0"/>
              <a:cs typeface="Times New Roman" panose="02020603050405020304" pitchFamily="18" charset="0"/>
            </a:endParaRPr>
          </a:p>
          <a:p>
            <a:pPr defTabSz="914400">
              <a:lnSpc>
                <a:spcPct val="90000"/>
              </a:lnSpc>
              <a:spcAft>
                <a:spcPts val="1400"/>
              </a:spcAft>
            </a:pPr>
            <a:endParaRPr lang="en-US" sz="1650" b="0" i="0" u="none">
              <a:solidFill>
                <a:srgbClr val="334155"/>
              </a:solidFill>
              <a:latin typeface="Times New Roman" panose="02020603050405020304" pitchFamily="18" charset="0"/>
              <a:cs typeface="Times New Roman" panose="02020603050405020304" pitchFamily="18" charset="0"/>
            </a:endParaRPr>
          </a:p>
          <a:p>
            <a:pPr indent="-228600" defTabSz="914400">
              <a:lnSpc>
                <a:spcPct val="90000"/>
              </a:lnSpc>
              <a:spcAft>
                <a:spcPts val="1400"/>
              </a:spcAft>
              <a:buFont typeface="Arial" panose="020B0604020202020204" pitchFamily="34" charset="0"/>
              <a:buChar char="•"/>
            </a:pPr>
            <a:r>
              <a:rPr lang="en-US" sz="1650" b="0" i="0" u="none">
                <a:solidFill>
                  <a:srgbClr val="334155"/>
                </a:solidFill>
                <a:latin typeface="Times New Roman" panose="02020603050405020304" pitchFamily="18" charset="0"/>
                <a:cs typeface="Times New Roman" panose="02020603050405020304" pitchFamily="18" charset="0"/>
              </a:rPr>
              <a:t>Sự tâm huyết của thầy qua từng buổi học, cùng sự hỗ trợ sửa bài chi tiết đã tiếp thêm cho em sự tự tin để hoàn thành tốt ứng dụng này.</a:t>
            </a:r>
            <a:endParaRPr lang="vi-VN" sz="1650" b="0" i="0" u="none">
              <a:solidFill>
                <a:srgbClr val="334155"/>
              </a:solidFill>
              <a:latin typeface="Times New Roman" panose="02020603050405020304" pitchFamily="18" charset="0"/>
              <a:cs typeface="Times New Roman" panose="02020603050405020304" pitchFamily="18" charset="0"/>
            </a:endParaRPr>
          </a:p>
          <a:p>
            <a:pPr indent="-228600" defTabSz="914400">
              <a:lnSpc>
                <a:spcPct val="90000"/>
              </a:lnSpc>
              <a:spcAft>
                <a:spcPts val="1400"/>
              </a:spcAft>
              <a:buFont typeface="Arial" panose="020B0604020202020204" pitchFamily="34" charset="0"/>
              <a:buChar char="•"/>
            </a:pPr>
            <a:endParaRPr lang="en-US" sz="1650" b="0" i="0" u="none">
              <a:solidFill>
                <a:srgbClr val="334155"/>
              </a:solidFill>
              <a:latin typeface="Times New Roman" panose="02020603050405020304" pitchFamily="18" charset="0"/>
              <a:cs typeface="Times New Roman" panose="02020603050405020304" pitchFamily="18" charset="0"/>
            </a:endParaRPr>
          </a:p>
          <a:p>
            <a:pPr indent="-228600" defTabSz="914400">
              <a:lnSpc>
                <a:spcPct val="90000"/>
              </a:lnSpc>
              <a:buFont typeface="Arial" panose="020B0604020202020204" pitchFamily="34" charset="0"/>
              <a:buChar char="•"/>
            </a:pPr>
            <a:r>
              <a:rPr lang="en-US" sz="1650" b="0" i="0" u="none">
                <a:solidFill>
                  <a:srgbClr val="334155"/>
                </a:solidFill>
                <a:latin typeface="Times New Roman" panose="02020603050405020304" pitchFamily="18" charset="0"/>
                <a:cs typeface="Times New Roman" panose="02020603050405020304" pitchFamily="18" charset="0"/>
              </a:rPr>
              <a:t>Những kiến thức quý báu thầy truyền đạt sẽ là hành trang vững chắc cho chặng đường tương lai. Kính chúc thầy và gia đình luôn mạnh khỏe, bình an và giữ mãi ngọn lửa đam mê với sự nghiệp giáo dục.</a:t>
            </a:r>
          </a:p>
        </p:txBody>
      </p:sp>
      <p:sp>
        <p:nvSpPr>
          <p:cNvPr id="32" name="Oval 31">
            <a:extLst>
              <a:ext uri="{FF2B5EF4-FFF2-40B4-BE49-F238E27FC236}">
                <a16:creationId xmlns:a16="http://schemas.microsoft.com/office/drawing/2014/main" id="{C3C0D90E-074A-4F52-9B11-B52BEF4BCB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2624479"/>
            <a:ext cx="812427" cy="812427"/>
          </a:xfrm>
          <a:prstGeom prst="ellipse">
            <a:avLst/>
          </a:prstGeom>
          <a:noFill/>
          <a:ln w="1270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Block Arc 33">
            <a:extLst>
              <a:ext uri="{FF2B5EF4-FFF2-40B4-BE49-F238E27FC236}">
                <a16:creationId xmlns:a16="http://schemas.microsoft.com/office/drawing/2014/main" id="{CABBD4C1-E6F8-46F6-8152-A8A97490BF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912417" y="1218531"/>
            <a:ext cx="2387600" cy="2387600"/>
          </a:xfrm>
          <a:prstGeom prst="blockArc">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6" name="Freeform: Shape 35">
            <a:extLst>
              <a:ext uri="{FF2B5EF4-FFF2-40B4-BE49-F238E27FC236}">
                <a16:creationId xmlns:a16="http://schemas.microsoft.com/office/drawing/2014/main" id="{83BA5EF5-1FE9-4BF9-83BB-269BCDDF61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0"/>
            <a:ext cx="2315251" cy="1550992"/>
          </a:xfrm>
          <a:custGeom>
            <a:avLst/>
            <a:gdLst>
              <a:gd name="connsiteX0" fmla="*/ 0 w 2315251"/>
              <a:gd name="connsiteY0" fmla="*/ 0 h 1550992"/>
              <a:gd name="connsiteX1" fmla="*/ 138700 w 2315251"/>
              <a:gd name="connsiteY1" fmla="*/ 0 h 1550992"/>
              <a:gd name="connsiteX2" fmla="*/ 138700 w 2315251"/>
              <a:gd name="connsiteY2" fmla="*/ 1361400 h 1550992"/>
              <a:gd name="connsiteX3" fmla="*/ 2107387 w 2315251"/>
              <a:gd name="connsiteY3" fmla="*/ 222673 h 1550992"/>
              <a:gd name="connsiteX4" fmla="*/ 1722420 w 2315251"/>
              <a:gd name="connsiteY4" fmla="*/ 0 h 1550992"/>
              <a:gd name="connsiteX5" fmla="*/ 1999436 w 2315251"/>
              <a:gd name="connsiteY5" fmla="*/ 0 h 1550992"/>
              <a:gd name="connsiteX6" fmla="*/ 2280549 w 2315251"/>
              <a:gd name="connsiteY6" fmla="*/ 162605 h 1550992"/>
              <a:gd name="connsiteX7" fmla="*/ 2305953 w 2315251"/>
              <a:gd name="connsiteY7" fmla="*/ 257336 h 1550992"/>
              <a:gd name="connsiteX8" fmla="*/ 2280549 w 2315251"/>
              <a:gd name="connsiteY8" fmla="*/ 282740 h 1550992"/>
              <a:gd name="connsiteX9" fmla="*/ 104026 w 2315251"/>
              <a:gd name="connsiteY9" fmla="*/ 1541710 h 1550992"/>
              <a:gd name="connsiteX10" fmla="*/ 69351 w 2315251"/>
              <a:gd name="connsiteY10" fmla="*/ 1550992 h 1550992"/>
              <a:gd name="connsiteX11" fmla="*/ 0 w 2315251"/>
              <a:gd name="connsiteY11" fmla="*/ 1481643 h 1550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15251" h="1550992">
                <a:moveTo>
                  <a:pt x="0" y="0"/>
                </a:moveTo>
                <a:lnTo>
                  <a:pt x="138700" y="0"/>
                </a:lnTo>
                <a:lnTo>
                  <a:pt x="138700" y="1361400"/>
                </a:lnTo>
                <a:lnTo>
                  <a:pt x="2107387" y="222673"/>
                </a:lnTo>
                <a:lnTo>
                  <a:pt x="1722420" y="0"/>
                </a:lnTo>
                <a:lnTo>
                  <a:pt x="1999436" y="0"/>
                </a:lnTo>
                <a:lnTo>
                  <a:pt x="2280549" y="162605"/>
                </a:lnTo>
                <a:cubicBezTo>
                  <a:pt x="2313720" y="181745"/>
                  <a:pt x="2325104" y="224155"/>
                  <a:pt x="2305953" y="257336"/>
                </a:cubicBezTo>
                <a:cubicBezTo>
                  <a:pt x="2299872" y="267889"/>
                  <a:pt x="2291101" y="276648"/>
                  <a:pt x="2280549" y="282740"/>
                </a:cubicBezTo>
                <a:lnTo>
                  <a:pt x="104026" y="1541710"/>
                </a:lnTo>
                <a:cubicBezTo>
                  <a:pt x="93484" y="1547802"/>
                  <a:pt x="81523" y="1551003"/>
                  <a:pt x="69351" y="1550992"/>
                </a:cubicBezTo>
                <a:cubicBezTo>
                  <a:pt x="31049" y="1550992"/>
                  <a:pt x="0" y="1519944"/>
                  <a:pt x="0" y="1481643"/>
                </a:cubicBezTo>
                <a:close/>
              </a:path>
            </a:pathLst>
          </a:custGeom>
          <a:solidFill>
            <a:schemeClr val="accent6"/>
          </a:solidFill>
          <a:ln w="9525" cap="flat">
            <a:noFill/>
            <a:prstDash val="solid"/>
            <a:miter/>
          </a:ln>
        </p:spPr>
        <p:txBody>
          <a:bodyPr rtlCol="0" anchor="ctr"/>
          <a:lstStyle/>
          <a:p>
            <a:endParaRPr lang="en-US" dirty="0"/>
          </a:p>
        </p:txBody>
      </p:sp>
      <p:cxnSp>
        <p:nvCxnSpPr>
          <p:cNvPr id="38" name="Straight Connector 37">
            <a:extLst>
              <a:ext uri="{FF2B5EF4-FFF2-40B4-BE49-F238E27FC236}">
                <a16:creationId xmlns:a16="http://schemas.microsoft.com/office/drawing/2014/main" id="{4B3BCACB-5880-460B-9606-8C433A9AF99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724638" y="1331572"/>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40" name="Freeform: Shape 39">
            <a:extLst>
              <a:ext uri="{FF2B5EF4-FFF2-40B4-BE49-F238E27FC236}">
                <a16:creationId xmlns:a16="http://schemas.microsoft.com/office/drawing/2014/main" id="{88853921-7BC9-4BDE-ACAB-133C683C82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05550" y="4112081"/>
            <a:ext cx="1186451" cy="1771650"/>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42" name="Arc 41">
            <a:extLst>
              <a:ext uri="{FF2B5EF4-FFF2-40B4-BE49-F238E27FC236}">
                <a16:creationId xmlns:a16="http://schemas.microsoft.com/office/drawing/2014/main" id="{09192968-3AE7-4470-A61C-97294BB927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992895">
            <a:off x="6086940" y="4145122"/>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44" name="Freeform: Shape 43">
            <a:extLst>
              <a:ext uri="{FF2B5EF4-FFF2-40B4-BE49-F238E27FC236}">
                <a16:creationId xmlns:a16="http://schemas.microsoft.com/office/drawing/2014/main" id="{3AB72E55-43E4-4356-BFE8-E2102CB0B5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4962670"/>
            <a:ext cx="2643352" cy="1895331"/>
          </a:xfrm>
          <a:custGeom>
            <a:avLst/>
            <a:gdLst>
              <a:gd name="connsiteX0" fmla="*/ 1321676 w 2643352"/>
              <a:gd name="connsiteY0" fmla="*/ 0 h 1895331"/>
              <a:gd name="connsiteX1" fmla="*/ 2643352 w 2643352"/>
              <a:gd name="connsiteY1" fmla="*/ 1321676 h 1895331"/>
              <a:gd name="connsiteX2" fmla="*/ 2539488 w 2643352"/>
              <a:gd name="connsiteY2" fmla="*/ 1836132 h 1895331"/>
              <a:gd name="connsiteX3" fmla="*/ 2510970 w 2643352"/>
              <a:gd name="connsiteY3" fmla="*/ 1895331 h 1895331"/>
              <a:gd name="connsiteX4" fmla="*/ 132382 w 2643352"/>
              <a:gd name="connsiteY4" fmla="*/ 1895331 h 1895331"/>
              <a:gd name="connsiteX5" fmla="*/ 103864 w 2643352"/>
              <a:gd name="connsiteY5" fmla="*/ 1836132 h 1895331"/>
              <a:gd name="connsiteX6" fmla="*/ 0 w 2643352"/>
              <a:gd name="connsiteY6" fmla="*/ 1321676 h 1895331"/>
              <a:gd name="connsiteX7" fmla="*/ 1321676 w 2643352"/>
              <a:gd name="connsiteY7" fmla="*/ 0 h 1895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43352" h="1895331">
                <a:moveTo>
                  <a:pt x="1321676" y="0"/>
                </a:moveTo>
                <a:cubicBezTo>
                  <a:pt x="2051617" y="0"/>
                  <a:pt x="2643352" y="591735"/>
                  <a:pt x="2643352" y="1321676"/>
                </a:cubicBezTo>
                <a:cubicBezTo>
                  <a:pt x="2643352" y="1504161"/>
                  <a:pt x="2606369" y="1678009"/>
                  <a:pt x="2539488" y="1836132"/>
                </a:cubicBezTo>
                <a:lnTo>
                  <a:pt x="2510970" y="1895331"/>
                </a:lnTo>
                <a:lnTo>
                  <a:pt x="132382" y="1895331"/>
                </a:lnTo>
                <a:lnTo>
                  <a:pt x="103864" y="1836132"/>
                </a:lnTo>
                <a:cubicBezTo>
                  <a:pt x="36984" y="1678009"/>
                  <a:pt x="0" y="1504161"/>
                  <a:pt x="0" y="1321676"/>
                </a:cubicBezTo>
                <a:cubicBezTo>
                  <a:pt x="0" y="591735"/>
                  <a:pt x="591735" y="0"/>
                  <a:pt x="1321676"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1127415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99</TotalTime>
  <Words>1396</Words>
  <Application>Microsoft Office PowerPoint</Application>
  <PresentationFormat>Widescreen</PresentationFormat>
  <Paragraphs>142</Paragraphs>
  <Slides>25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Arial</vt:lpstr>
      <vt:lpstr>Calibri</vt:lpstr>
      <vt:lpstr>Inter SemiBold</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DANH TRANG</dc:creator>
  <cp:keywords/>
  <dc:description>generated using python-pptx</dc:description>
  <cp:lastModifiedBy>DANH TRANG</cp:lastModifiedBy>
  <cp:revision>2</cp:revision>
  <dcterms:created xsi:type="dcterms:W3CDTF">2013-01-27T09:14:16Z</dcterms:created>
  <dcterms:modified xsi:type="dcterms:W3CDTF">2026-07-23T10:41:42Z</dcterms:modified>
  <cp:category/>
</cp:coreProperties>
</file>